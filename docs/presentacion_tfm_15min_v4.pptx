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AAC0A1-6130-4F74-9747-4F700EDB7547}" v="5" dt="2026-06-25T10:28:00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Ruiz Oyarzun" userId="e96a5f20-7057-4b0b-8a65-ec119c950296" providerId="ADAL" clId="{F9162BF9-086E-4DEB-BFB8-0BD8C900EEA7}"/>
    <pc:docChg chg="undo custSel modSld">
      <pc:chgData name="Carlos Ruiz Oyarzun" userId="e96a5f20-7057-4b0b-8a65-ec119c950296" providerId="ADAL" clId="{F9162BF9-086E-4DEB-BFB8-0BD8C900EEA7}" dt="2026-06-25T10:35:52.723" v="403" actId="313"/>
      <pc:docMkLst>
        <pc:docMk/>
      </pc:docMkLst>
      <pc:sldChg chg="addSp delSp modSp mod modNotesTx">
        <pc:chgData name="Carlos Ruiz Oyarzun" userId="e96a5f20-7057-4b0b-8a65-ec119c950296" providerId="ADAL" clId="{F9162BF9-086E-4DEB-BFB8-0BD8C900EEA7}" dt="2026-06-25T10:28:00.698" v="261" actId="1076"/>
        <pc:sldMkLst>
          <pc:docMk/>
          <pc:sldMk cId="2966855235" sldId="256"/>
        </pc:sldMkLst>
        <pc:spChg chg="mod">
          <ac:chgData name="Carlos Ruiz Oyarzun" userId="e96a5f20-7057-4b0b-8a65-ec119c950296" providerId="ADAL" clId="{F9162BF9-086E-4DEB-BFB8-0BD8C900EEA7}" dt="2026-06-25T10:28:00.698" v="261" actId="1076"/>
          <ac:spMkLst>
            <pc:docMk/>
            <pc:sldMk cId="2966855235" sldId="256"/>
            <ac:spMk id="2" creationId="{CB26568C-2094-2C66-8C00-B61728A71912}"/>
          </ac:spMkLst>
        </pc:spChg>
        <pc:spChg chg="mod">
          <ac:chgData name="Carlos Ruiz Oyarzun" userId="e96a5f20-7057-4b0b-8a65-ec119c950296" providerId="ADAL" clId="{F9162BF9-086E-4DEB-BFB8-0BD8C900EEA7}" dt="2026-06-25T09:52:22.334" v="53" actId="20577"/>
          <ac:spMkLst>
            <pc:docMk/>
            <pc:sldMk cId="2966855235" sldId="256"/>
            <ac:spMk id="4" creationId="{E5516D95-74B8-1C02-850F-976C26A7C329}"/>
          </ac:spMkLst>
        </pc:spChg>
        <pc:spChg chg="mod">
          <ac:chgData name="Carlos Ruiz Oyarzun" userId="e96a5f20-7057-4b0b-8a65-ec119c950296" providerId="ADAL" clId="{F9162BF9-086E-4DEB-BFB8-0BD8C900EEA7}" dt="2026-06-25T09:52:46.093" v="107" actId="20577"/>
          <ac:spMkLst>
            <pc:docMk/>
            <pc:sldMk cId="2966855235" sldId="256"/>
            <ac:spMk id="5" creationId="{88802DB3-16F7-4363-818A-C92CBF46AB8D}"/>
          </ac:spMkLst>
        </pc:spChg>
        <pc:spChg chg="mod">
          <ac:chgData name="Carlos Ruiz Oyarzun" userId="e96a5f20-7057-4b0b-8a65-ec119c950296" providerId="ADAL" clId="{F9162BF9-086E-4DEB-BFB8-0BD8C900EEA7}" dt="2026-06-25T09:53:51.653" v="149" actId="14100"/>
          <ac:spMkLst>
            <pc:docMk/>
            <pc:sldMk cId="2966855235" sldId="256"/>
            <ac:spMk id="6" creationId="{81418493-440D-25A8-1FFC-75BBFEEC267F}"/>
          </ac:spMkLst>
        </pc:spChg>
        <pc:spChg chg="del">
          <ac:chgData name="Carlos Ruiz Oyarzun" userId="e96a5f20-7057-4b0b-8a65-ec119c950296" providerId="ADAL" clId="{F9162BF9-086E-4DEB-BFB8-0BD8C900EEA7}" dt="2026-06-25T09:50:39.176" v="24" actId="478"/>
          <ac:spMkLst>
            <pc:docMk/>
            <pc:sldMk cId="2966855235" sldId="256"/>
            <ac:spMk id="7" creationId="{A807A19A-5CD7-75C9-2982-7FE7E2985816}"/>
          </ac:spMkLst>
        </pc:spChg>
        <pc:spChg chg="add mod">
          <ac:chgData name="Carlos Ruiz Oyarzun" userId="e96a5f20-7057-4b0b-8a65-ec119c950296" providerId="ADAL" clId="{F9162BF9-086E-4DEB-BFB8-0BD8C900EEA7}" dt="2026-06-25T09:53:46.657" v="148" actId="20577"/>
          <ac:spMkLst>
            <pc:docMk/>
            <pc:sldMk cId="2966855235" sldId="256"/>
            <ac:spMk id="8" creationId="{0A0C966B-FF3D-E956-5CDA-2A5477C6A35B}"/>
          </ac:spMkLst>
        </pc:spChg>
      </pc:sldChg>
      <pc:sldChg chg="modSp mod modNotesTx">
        <pc:chgData name="Carlos Ruiz Oyarzun" userId="e96a5f20-7057-4b0b-8a65-ec119c950296" providerId="ADAL" clId="{F9162BF9-086E-4DEB-BFB8-0BD8C900EEA7}" dt="2026-06-25T09:56:19.453" v="190" actId="20577"/>
        <pc:sldMkLst>
          <pc:docMk/>
          <pc:sldMk cId="3479026717" sldId="257"/>
        </pc:sldMkLst>
        <pc:spChg chg="mod">
          <ac:chgData name="Carlos Ruiz Oyarzun" userId="e96a5f20-7057-4b0b-8a65-ec119c950296" providerId="ADAL" clId="{F9162BF9-086E-4DEB-BFB8-0BD8C900EEA7}" dt="2026-06-25T09:54:34.298" v="153" actId="313"/>
          <ac:spMkLst>
            <pc:docMk/>
            <pc:sldMk cId="3479026717" sldId="257"/>
            <ac:spMk id="3" creationId="{20D7685C-ECB0-3C2A-AE8F-7CF44B474E4F}"/>
          </ac:spMkLst>
        </pc:spChg>
        <pc:spChg chg="mod">
          <ac:chgData name="Carlos Ruiz Oyarzun" userId="e96a5f20-7057-4b0b-8a65-ec119c950296" providerId="ADAL" clId="{F9162BF9-086E-4DEB-BFB8-0BD8C900EEA7}" dt="2026-06-25T09:55:00.533" v="165" actId="313"/>
          <ac:spMkLst>
            <pc:docMk/>
            <pc:sldMk cId="3479026717" sldId="257"/>
            <ac:spMk id="5" creationId="{264E297B-3DB6-92CD-C8D1-9616DE5AB7EB}"/>
          </ac:spMkLst>
        </pc:spChg>
        <pc:spChg chg="mod">
          <ac:chgData name="Carlos Ruiz Oyarzun" userId="e96a5f20-7057-4b0b-8a65-ec119c950296" providerId="ADAL" clId="{F9162BF9-086E-4DEB-BFB8-0BD8C900EEA7}" dt="2026-06-25T09:55:22.363" v="168" actId="313"/>
          <ac:spMkLst>
            <pc:docMk/>
            <pc:sldMk cId="3479026717" sldId="257"/>
            <ac:spMk id="6" creationId="{BA2911F1-8654-8A82-95CC-229380F00530}"/>
          </ac:spMkLst>
        </pc:spChg>
        <pc:spChg chg="mod">
          <ac:chgData name="Carlos Ruiz Oyarzun" userId="e96a5f20-7057-4b0b-8a65-ec119c950296" providerId="ADAL" clId="{F9162BF9-086E-4DEB-BFB8-0BD8C900EEA7}" dt="2026-06-25T09:55:44.708" v="179" actId="20577"/>
          <ac:spMkLst>
            <pc:docMk/>
            <pc:sldMk cId="3479026717" sldId="257"/>
            <ac:spMk id="7" creationId="{AD7CB835-2BC7-C93C-66D4-06F13A5414F1}"/>
          </ac:spMkLst>
        </pc:spChg>
        <pc:spChg chg="mod">
          <ac:chgData name="Carlos Ruiz Oyarzun" userId="e96a5f20-7057-4b0b-8a65-ec119c950296" providerId="ADAL" clId="{F9162BF9-086E-4DEB-BFB8-0BD8C900EEA7}" dt="2026-06-25T09:55:51.498" v="180" actId="313"/>
          <ac:spMkLst>
            <pc:docMk/>
            <pc:sldMk cId="3479026717" sldId="257"/>
            <ac:spMk id="8" creationId="{34B16032-AD19-C151-DA3B-FF3E90E95B87}"/>
          </ac:spMkLst>
        </pc:spChg>
      </pc:sldChg>
      <pc:sldChg chg="modSp mod modNotesTx">
        <pc:chgData name="Carlos Ruiz Oyarzun" userId="e96a5f20-7057-4b0b-8a65-ec119c950296" providerId="ADAL" clId="{F9162BF9-086E-4DEB-BFB8-0BD8C900EEA7}" dt="2026-06-25T10:31:49.980" v="277" actId="20577"/>
        <pc:sldMkLst>
          <pc:docMk/>
          <pc:sldMk cId="3386720030" sldId="258"/>
        </pc:sldMkLst>
        <pc:spChg chg="mod">
          <ac:chgData name="Carlos Ruiz Oyarzun" userId="e96a5f20-7057-4b0b-8a65-ec119c950296" providerId="ADAL" clId="{F9162BF9-086E-4DEB-BFB8-0BD8C900EEA7}" dt="2026-06-25T09:56:41.533" v="194" actId="6549"/>
          <ac:spMkLst>
            <pc:docMk/>
            <pc:sldMk cId="3386720030" sldId="258"/>
            <ac:spMk id="3" creationId="{CAAF1CF1-8D88-7DD6-75D0-0F70ED53DC4A}"/>
          </ac:spMkLst>
        </pc:spChg>
        <pc:spChg chg="mod">
          <ac:chgData name="Carlos Ruiz Oyarzun" userId="e96a5f20-7057-4b0b-8a65-ec119c950296" providerId="ADAL" clId="{F9162BF9-086E-4DEB-BFB8-0BD8C900EEA7}" dt="2026-06-25T10:31:30.674" v="266" actId="313"/>
          <ac:spMkLst>
            <pc:docMk/>
            <pc:sldMk cId="3386720030" sldId="258"/>
            <ac:spMk id="5" creationId="{4F4A14CF-0E78-2C01-832B-56B36A596B75}"/>
          </ac:spMkLst>
        </pc:spChg>
        <pc:spChg chg="mod">
          <ac:chgData name="Carlos Ruiz Oyarzun" userId="e96a5f20-7057-4b0b-8a65-ec119c950296" providerId="ADAL" clId="{F9162BF9-086E-4DEB-BFB8-0BD8C900EEA7}" dt="2026-06-25T10:31:45.530" v="274" actId="313"/>
          <ac:spMkLst>
            <pc:docMk/>
            <pc:sldMk cId="3386720030" sldId="258"/>
            <ac:spMk id="6" creationId="{011D478A-AA08-9103-E5A1-30B97B1B0F5E}"/>
          </ac:spMkLst>
        </pc:spChg>
        <pc:spChg chg="mod">
          <ac:chgData name="Carlos Ruiz Oyarzun" userId="e96a5f20-7057-4b0b-8a65-ec119c950296" providerId="ADAL" clId="{F9162BF9-086E-4DEB-BFB8-0BD8C900EEA7}" dt="2026-06-25T10:31:49.980" v="277" actId="20577"/>
          <ac:spMkLst>
            <pc:docMk/>
            <pc:sldMk cId="3386720030" sldId="258"/>
            <ac:spMk id="8" creationId="{9C36944E-EB62-7B89-1A58-6A09A7B4E671}"/>
          </ac:spMkLst>
        </pc:spChg>
      </pc:sldChg>
      <pc:sldChg chg="modSp mod">
        <pc:chgData name="Carlos Ruiz Oyarzun" userId="e96a5f20-7057-4b0b-8a65-ec119c950296" providerId="ADAL" clId="{F9162BF9-086E-4DEB-BFB8-0BD8C900EEA7}" dt="2026-06-25T09:56:51.082" v="197" actId="20577"/>
        <pc:sldMkLst>
          <pc:docMk/>
          <pc:sldMk cId="2077723022" sldId="259"/>
        </pc:sldMkLst>
        <pc:spChg chg="mod">
          <ac:chgData name="Carlos Ruiz Oyarzun" userId="e96a5f20-7057-4b0b-8a65-ec119c950296" providerId="ADAL" clId="{F9162BF9-086E-4DEB-BFB8-0BD8C900EEA7}" dt="2026-06-25T09:56:51.082" v="197" actId="20577"/>
          <ac:spMkLst>
            <pc:docMk/>
            <pc:sldMk cId="2077723022" sldId="259"/>
            <ac:spMk id="3" creationId="{454F73BF-789D-B957-24B5-8108AE95FBA2}"/>
          </ac:spMkLst>
        </pc:spChg>
      </pc:sldChg>
      <pc:sldChg chg="modSp mod">
        <pc:chgData name="Carlos Ruiz Oyarzun" userId="e96a5f20-7057-4b0b-8a65-ec119c950296" providerId="ADAL" clId="{F9162BF9-086E-4DEB-BFB8-0BD8C900EEA7}" dt="2026-06-25T10:00:48.763" v="215" actId="20577"/>
        <pc:sldMkLst>
          <pc:docMk/>
          <pc:sldMk cId="2391981351" sldId="260"/>
        </pc:sldMkLst>
        <pc:spChg chg="mod">
          <ac:chgData name="Carlos Ruiz Oyarzun" userId="e96a5f20-7057-4b0b-8a65-ec119c950296" providerId="ADAL" clId="{F9162BF9-086E-4DEB-BFB8-0BD8C900EEA7}" dt="2026-06-25T10:00:48.763" v="215" actId="20577"/>
          <ac:spMkLst>
            <pc:docMk/>
            <pc:sldMk cId="2391981351" sldId="260"/>
            <ac:spMk id="3" creationId="{58C0AF20-CB19-C3BD-9331-C83409F4F235}"/>
          </ac:spMkLst>
        </pc:spChg>
      </pc:sldChg>
      <pc:sldChg chg="modSp mod">
        <pc:chgData name="Carlos Ruiz Oyarzun" userId="e96a5f20-7057-4b0b-8a65-ec119c950296" providerId="ADAL" clId="{F9162BF9-086E-4DEB-BFB8-0BD8C900EEA7}" dt="2026-06-25T10:01:22.715" v="249" actId="20577"/>
        <pc:sldMkLst>
          <pc:docMk/>
          <pc:sldMk cId="1744643022" sldId="261"/>
        </pc:sldMkLst>
        <pc:spChg chg="mod">
          <ac:chgData name="Carlos Ruiz Oyarzun" userId="e96a5f20-7057-4b0b-8a65-ec119c950296" providerId="ADAL" clId="{F9162BF9-086E-4DEB-BFB8-0BD8C900EEA7}" dt="2026-06-25T10:01:22.715" v="249" actId="20577"/>
          <ac:spMkLst>
            <pc:docMk/>
            <pc:sldMk cId="1744643022" sldId="261"/>
            <ac:spMk id="3" creationId="{DE686357-FB5B-6021-1FA6-37F2603999E1}"/>
          </ac:spMkLst>
        </pc:spChg>
      </pc:sldChg>
      <pc:sldChg chg="modSp mod">
        <pc:chgData name="Carlos Ruiz Oyarzun" userId="e96a5f20-7057-4b0b-8a65-ec119c950296" providerId="ADAL" clId="{F9162BF9-086E-4DEB-BFB8-0BD8C900EEA7}" dt="2026-06-25T10:35:52.723" v="403" actId="313"/>
        <pc:sldMkLst>
          <pc:docMk/>
          <pc:sldMk cId="1549500400" sldId="265"/>
        </pc:sldMkLst>
        <pc:spChg chg="mod">
          <ac:chgData name="Carlos Ruiz Oyarzun" userId="e96a5f20-7057-4b0b-8a65-ec119c950296" providerId="ADAL" clId="{F9162BF9-086E-4DEB-BFB8-0BD8C900EEA7}" dt="2026-06-25T10:01:42.878" v="259" actId="20577"/>
          <ac:spMkLst>
            <pc:docMk/>
            <pc:sldMk cId="1549500400" sldId="265"/>
            <ac:spMk id="3" creationId="{30A70555-2D95-03CA-9F61-C90BA9CB4F93}"/>
          </ac:spMkLst>
        </pc:spChg>
        <pc:spChg chg="mod">
          <ac:chgData name="Carlos Ruiz Oyarzun" userId="e96a5f20-7057-4b0b-8a65-ec119c950296" providerId="ADAL" clId="{F9162BF9-086E-4DEB-BFB8-0BD8C900EEA7}" dt="2026-06-25T10:35:13.414" v="384" actId="313"/>
          <ac:spMkLst>
            <pc:docMk/>
            <pc:sldMk cId="1549500400" sldId="265"/>
            <ac:spMk id="5" creationId="{4E7E6EAC-9D5C-FB1B-156E-01B228BEC356}"/>
          </ac:spMkLst>
        </pc:spChg>
        <pc:spChg chg="mod">
          <ac:chgData name="Carlos Ruiz Oyarzun" userId="e96a5f20-7057-4b0b-8a65-ec119c950296" providerId="ADAL" clId="{F9162BF9-086E-4DEB-BFB8-0BD8C900EEA7}" dt="2026-06-25T10:35:14.720" v="385" actId="313"/>
          <ac:spMkLst>
            <pc:docMk/>
            <pc:sldMk cId="1549500400" sldId="265"/>
            <ac:spMk id="6" creationId="{3D46D4D0-480F-7488-C57D-EB58CED2542B}"/>
          </ac:spMkLst>
        </pc:spChg>
        <pc:spChg chg="mod">
          <ac:chgData name="Carlos Ruiz Oyarzun" userId="e96a5f20-7057-4b0b-8a65-ec119c950296" providerId="ADAL" clId="{F9162BF9-086E-4DEB-BFB8-0BD8C900EEA7}" dt="2026-06-25T10:35:15.890" v="386" actId="313"/>
          <ac:spMkLst>
            <pc:docMk/>
            <pc:sldMk cId="1549500400" sldId="265"/>
            <ac:spMk id="7" creationId="{0A22E4B9-80A2-588E-8B8E-C98905C2637E}"/>
          </ac:spMkLst>
        </pc:spChg>
        <pc:spChg chg="mod">
          <ac:chgData name="Carlos Ruiz Oyarzun" userId="e96a5f20-7057-4b0b-8a65-ec119c950296" providerId="ADAL" clId="{F9162BF9-086E-4DEB-BFB8-0BD8C900EEA7}" dt="2026-06-25T10:35:20.764" v="389" actId="313"/>
          <ac:spMkLst>
            <pc:docMk/>
            <pc:sldMk cId="1549500400" sldId="265"/>
            <ac:spMk id="8" creationId="{C9E7D7CA-A68E-D5D0-D33C-AC4456182463}"/>
          </ac:spMkLst>
        </pc:spChg>
        <pc:spChg chg="mod">
          <ac:chgData name="Carlos Ruiz Oyarzun" userId="e96a5f20-7057-4b0b-8a65-ec119c950296" providerId="ADAL" clId="{F9162BF9-086E-4DEB-BFB8-0BD8C900EEA7}" dt="2026-06-25T10:35:52.723" v="403" actId="313"/>
          <ac:spMkLst>
            <pc:docMk/>
            <pc:sldMk cId="1549500400" sldId="265"/>
            <ac:spMk id="9" creationId="{9487FA0D-3936-F8FF-3166-0B97ADFB796B}"/>
          </ac:spMkLst>
        </pc:spChg>
      </pc:sldChg>
      <pc:sldChg chg="modSp mod">
        <pc:chgData name="Carlos Ruiz Oyarzun" userId="e96a5f20-7057-4b0b-8a65-ec119c950296" providerId="ADAL" clId="{F9162BF9-086E-4DEB-BFB8-0BD8C900EEA7}" dt="2026-06-25T10:34:40.030" v="368" actId="20577"/>
        <pc:sldMkLst>
          <pc:docMk/>
          <pc:sldMk cId="3562682720" sldId="266"/>
        </pc:sldMkLst>
        <pc:spChg chg="mod">
          <ac:chgData name="Carlos Ruiz Oyarzun" userId="e96a5f20-7057-4b0b-8a65-ec119c950296" providerId="ADAL" clId="{F9162BF9-086E-4DEB-BFB8-0BD8C900EEA7}" dt="2026-06-25T10:34:29.595" v="360" actId="20577"/>
          <ac:spMkLst>
            <pc:docMk/>
            <pc:sldMk cId="3562682720" sldId="266"/>
            <ac:spMk id="5" creationId="{0925F478-28C2-7DB5-CEE8-E690B893E3A0}"/>
          </ac:spMkLst>
        </pc:spChg>
        <pc:spChg chg="mod">
          <ac:chgData name="Carlos Ruiz Oyarzun" userId="e96a5f20-7057-4b0b-8a65-ec119c950296" providerId="ADAL" clId="{F9162BF9-086E-4DEB-BFB8-0BD8C900EEA7}" dt="2026-06-25T10:34:32.842" v="362" actId="20577"/>
          <ac:spMkLst>
            <pc:docMk/>
            <pc:sldMk cId="3562682720" sldId="266"/>
            <ac:spMk id="6" creationId="{7C27FDB1-82B1-2855-14C7-B1B55C8D9C6A}"/>
          </ac:spMkLst>
        </pc:spChg>
        <pc:spChg chg="mod">
          <ac:chgData name="Carlos Ruiz Oyarzun" userId="e96a5f20-7057-4b0b-8a65-ec119c950296" providerId="ADAL" clId="{F9162BF9-086E-4DEB-BFB8-0BD8C900EEA7}" dt="2026-06-25T10:34:37.130" v="366" actId="20577"/>
          <ac:spMkLst>
            <pc:docMk/>
            <pc:sldMk cId="3562682720" sldId="266"/>
            <ac:spMk id="7" creationId="{C1B1DEEC-17CD-0040-6F3C-98DE80239F17}"/>
          </ac:spMkLst>
        </pc:spChg>
        <pc:spChg chg="mod">
          <ac:chgData name="Carlos Ruiz Oyarzun" userId="e96a5f20-7057-4b0b-8a65-ec119c950296" providerId="ADAL" clId="{F9162BF9-086E-4DEB-BFB8-0BD8C900EEA7}" dt="2026-06-25T10:34:40.030" v="368" actId="20577"/>
          <ac:spMkLst>
            <pc:docMk/>
            <pc:sldMk cId="3562682720" sldId="266"/>
            <ac:spMk id="8" creationId="{82AC0B81-7413-62A7-2C1B-68ADBCE36FF1}"/>
          </ac:spMkLst>
        </pc:spChg>
        <pc:spChg chg="mod">
          <ac:chgData name="Carlos Ruiz Oyarzun" userId="e96a5f20-7057-4b0b-8a65-ec119c950296" providerId="ADAL" clId="{F9162BF9-086E-4DEB-BFB8-0BD8C900EEA7}" dt="2026-06-25T10:34:17.880" v="358" actId="1076"/>
          <ac:spMkLst>
            <pc:docMk/>
            <pc:sldMk cId="3562682720" sldId="266"/>
            <ac:spMk id="18" creationId="{627AFAB3-C6AF-9C3A-864F-4BEE935E2933}"/>
          </ac:spMkLst>
        </pc:spChg>
        <pc:spChg chg="mod">
          <ac:chgData name="Carlos Ruiz Oyarzun" userId="e96a5f20-7057-4b0b-8a65-ec119c950296" providerId="ADAL" clId="{F9162BF9-086E-4DEB-BFB8-0BD8C900EEA7}" dt="2026-06-25T10:34:01.230" v="355" actId="1076"/>
          <ac:spMkLst>
            <pc:docMk/>
            <pc:sldMk cId="3562682720" sldId="266"/>
            <ac:spMk id="19" creationId="{F7F10A4E-ADED-4C5D-3E3F-1A907A23D71B}"/>
          </ac:spMkLst>
        </pc:spChg>
      </pc:sldChg>
      <pc:sldChg chg="modSp mod">
        <pc:chgData name="Carlos Ruiz Oyarzun" userId="e96a5f20-7057-4b0b-8a65-ec119c950296" providerId="ADAL" clId="{F9162BF9-086E-4DEB-BFB8-0BD8C900EEA7}" dt="2026-06-25T10:33:29.852" v="340" actId="20577"/>
        <pc:sldMkLst>
          <pc:docMk/>
          <pc:sldMk cId="3546342" sldId="267"/>
        </pc:sldMkLst>
        <pc:spChg chg="mod">
          <ac:chgData name="Carlos Ruiz Oyarzun" userId="e96a5f20-7057-4b0b-8a65-ec119c950296" providerId="ADAL" clId="{F9162BF9-086E-4DEB-BFB8-0BD8C900EEA7}" dt="2026-06-25T10:33:06.971" v="321" actId="313"/>
          <ac:spMkLst>
            <pc:docMk/>
            <pc:sldMk cId="3546342" sldId="267"/>
            <ac:spMk id="5" creationId="{01128C42-CFBC-C496-6E21-B32687F7CC05}"/>
          </ac:spMkLst>
        </pc:spChg>
        <pc:spChg chg="mod">
          <ac:chgData name="Carlos Ruiz Oyarzun" userId="e96a5f20-7057-4b0b-8a65-ec119c950296" providerId="ADAL" clId="{F9162BF9-086E-4DEB-BFB8-0BD8C900EEA7}" dt="2026-06-25T10:33:21.670" v="332" actId="313"/>
          <ac:spMkLst>
            <pc:docMk/>
            <pc:sldMk cId="3546342" sldId="267"/>
            <ac:spMk id="6" creationId="{04B40A6A-3D7B-7A4F-28FC-193AEE6F4D57}"/>
          </ac:spMkLst>
        </pc:spChg>
        <pc:spChg chg="mod">
          <ac:chgData name="Carlos Ruiz Oyarzun" userId="e96a5f20-7057-4b0b-8a65-ec119c950296" providerId="ADAL" clId="{F9162BF9-086E-4DEB-BFB8-0BD8C900EEA7}" dt="2026-06-25T10:33:19.512" v="331" actId="313"/>
          <ac:spMkLst>
            <pc:docMk/>
            <pc:sldMk cId="3546342" sldId="267"/>
            <ac:spMk id="7" creationId="{255109A3-7546-23FE-1567-08CC8BB3225D}"/>
          </ac:spMkLst>
        </pc:spChg>
        <pc:spChg chg="mod">
          <ac:chgData name="Carlos Ruiz Oyarzun" userId="e96a5f20-7057-4b0b-8a65-ec119c950296" providerId="ADAL" clId="{F9162BF9-086E-4DEB-BFB8-0BD8C900EEA7}" dt="2026-06-25T10:33:29.852" v="340" actId="20577"/>
          <ac:spMkLst>
            <pc:docMk/>
            <pc:sldMk cId="3546342" sldId="267"/>
            <ac:spMk id="8" creationId="{7F77D382-EB54-E4F2-634B-0B83C1380D9A}"/>
          </ac:spMkLst>
        </pc:spChg>
      </pc:sldChg>
      <pc:sldChg chg="delSp modSp mod">
        <pc:chgData name="Carlos Ruiz Oyarzun" userId="e96a5f20-7057-4b0b-8a65-ec119c950296" providerId="ADAL" clId="{F9162BF9-086E-4DEB-BFB8-0BD8C900EEA7}" dt="2026-06-25T10:32:38.970" v="301" actId="313"/>
        <pc:sldMkLst>
          <pc:docMk/>
          <pc:sldMk cId="1161237126" sldId="268"/>
        </pc:sldMkLst>
        <pc:spChg chg="mod">
          <ac:chgData name="Carlos Ruiz Oyarzun" userId="e96a5f20-7057-4b0b-8a65-ec119c950296" providerId="ADAL" clId="{F9162BF9-086E-4DEB-BFB8-0BD8C900EEA7}" dt="2026-06-25T10:32:38.970" v="301" actId="313"/>
          <ac:spMkLst>
            <pc:docMk/>
            <pc:sldMk cId="1161237126" sldId="268"/>
            <ac:spMk id="5" creationId="{E6586403-84E3-F935-EBF8-4FE36CCFE980}"/>
          </ac:spMkLst>
        </pc:spChg>
        <pc:spChg chg="mod">
          <ac:chgData name="Carlos Ruiz Oyarzun" userId="e96a5f20-7057-4b0b-8a65-ec119c950296" providerId="ADAL" clId="{F9162BF9-086E-4DEB-BFB8-0BD8C900EEA7}" dt="2026-06-25T10:32:25.897" v="296" actId="313"/>
          <ac:spMkLst>
            <pc:docMk/>
            <pc:sldMk cId="1161237126" sldId="268"/>
            <ac:spMk id="7" creationId="{AFFA3FE7-8DB6-681C-895D-BC35407C06B6}"/>
          </ac:spMkLst>
        </pc:spChg>
        <pc:spChg chg="mod">
          <ac:chgData name="Carlos Ruiz Oyarzun" userId="e96a5f20-7057-4b0b-8a65-ec119c950296" providerId="ADAL" clId="{F9162BF9-086E-4DEB-BFB8-0BD8C900EEA7}" dt="2026-06-25T10:32:29.796" v="299" actId="20577"/>
          <ac:spMkLst>
            <pc:docMk/>
            <pc:sldMk cId="1161237126" sldId="268"/>
            <ac:spMk id="8" creationId="{DBF00B0F-41F7-CDD7-6367-B4682D8C46EC}"/>
          </ac:spMkLst>
        </pc:spChg>
        <pc:spChg chg="del">
          <ac:chgData name="Carlos Ruiz Oyarzun" userId="e96a5f20-7057-4b0b-8a65-ec119c950296" providerId="ADAL" clId="{F9162BF9-086E-4DEB-BFB8-0BD8C900EEA7}" dt="2026-06-25T10:32:35.580" v="300" actId="478"/>
          <ac:spMkLst>
            <pc:docMk/>
            <pc:sldMk cId="1161237126" sldId="268"/>
            <ac:spMk id="9" creationId="{5386124B-E1F7-C07E-DD10-BFF206DBEE3C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3.svg"/><Relationship Id="rId1" Type="http://schemas.openxmlformats.org/officeDocument/2006/relationships/image" Target="../media/image5.svg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3.svg"/><Relationship Id="rId1" Type="http://schemas.openxmlformats.org/officeDocument/2006/relationships/image" Target="../media/image5.svg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565D13-3160-4200-A24F-53039DEC4A3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B9610FE-2C20-427F-80C6-E8CC4D1FA966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Ámbito financiero particularidades propias, FinBERT o BloombergGPT</a:t>
          </a:r>
          <a:endParaRPr lang="en-US"/>
        </a:p>
      </dgm:t>
    </dgm:pt>
    <dgm:pt modelId="{2A0C3EDE-FA55-493D-8E58-350B4D6AD344}" type="parTrans" cxnId="{B2E86BB0-5154-494C-9502-5BC5F022F872}">
      <dgm:prSet/>
      <dgm:spPr/>
      <dgm:t>
        <a:bodyPr/>
        <a:lstStyle/>
        <a:p>
          <a:endParaRPr lang="en-US"/>
        </a:p>
      </dgm:t>
    </dgm:pt>
    <dgm:pt modelId="{325E71CD-0A10-4D42-8865-1E45BC6D9417}" type="sibTrans" cxnId="{B2E86BB0-5154-494C-9502-5BC5F022F872}">
      <dgm:prSet/>
      <dgm:spPr/>
      <dgm:t>
        <a:bodyPr/>
        <a:lstStyle/>
        <a:p>
          <a:endParaRPr lang="en-US"/>
        </a:p>
      </dgm:t>
    </dgm:pt>
    <dgm:pt modelId="{BAF6BE00-2CB6-4668-8E37-D8EB4F17333D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Arquitecturas con agentes: separar tareas y combinar modelos</a:t>
          </a:r>
          <a:endParaRPr lang="en-US"/>
        </a:p>
      </dgm:t>
    </dgm:pt>
    <dgm:pt modelId="{F625DAFA-1A75-471D-A401-9CA80F1CF9E6}" type="parTrans" cxnId="{0BDC96E8-EF53-4680-AC0B-F05E53592DFE}">
      <dgm:prSet/>
      <dgm:spPr/>
      <dgm:t>
        <a:bodyPr/>
        <a:lstStyle/>
        <a:p>
          <a:endParaRPr lang="en-US"/>
        </a:p>
      </dgm:t>
    </dgm:pt>
    <dgm:pt modelId="{D556A70D-229E-417A-B257-A437A8EDE9DA}" type="sibTrans" cxnId="{0BDC96E8-EF53-4680-AC0B-F05E53592DFE}">
      <dgm:prSet/>
      <dgm:spPr/>
      <dgm:t>
        <a:bodyPr/>
        <a:lstStyle/>
        <a:p>
          <a:endParaRPr lang="en-US"/>
        </a:p>
      </dgm:t>
    </dgm:pt>
    <dgm:pt modelId="{D2956E3C-4B42-4BFB-814F-0CAB96AB7060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Generación de código permite apoyar respuesta en cálculos observables</a:t>
          </a:r>
          <a:endParaRPr lang="en-US"/>
        </a:p>
      </dgm:t>
    </dgm:pt>
    <dgm:pt modelId="{576BA24B-A8BE-4A15-9338-812D99DD410C}" type="parTrans" cxnId="{11A1B9E5-EA2D-4264-83BF-B311707DE491}">
      <dgm:prSet/>
      <dgm:spPr/>
      <dgm:t>
        <a:bodyPr/>
        <a:lstStyle/>
        <a:p>
          <a:endParaRPr lang="en-US"/>
        </a:p>
      </dgm:t>
    </dgm:pt>
    <dgm:pt modelId="{49BCC915-8C1C-43A3-87F4-052B973B8356}" type="sibTrans" cxnId="{11A1B9E5-EA2D-4264-83BF-B311707DE491}">
      <dgm:prSet/>
      <dgm:spPr/>
      <dgm:t>
        <a:bodyPr/>
        <a:lstStyle/>
        <a:p>
          <a:endParaRPr lang="en-US"/>
        </a:p>
      </dgm:t>
    </dgm:pt>
    <dgm:pt modelId="{887A3FB8-C8AB-4555-8A63-18B3A2254C7A}" type="pres">
      <dgm:prSet presAssocID="{60565D13-3160-4200-A24F-53039DEC4A3B}" presName="root" presStyleCnt="0">
        <dgm:presLayoutVars>
          <dgm:dir/>
          <dgm:resizeHandles val="exact"/>
        </dgm:presLayoutVars>
      </dgm:prSet>
      <dgm:spPr/>
    </dgm:pt>
    <dgm:pt modelId="{E5F580B5-1CB4-4C06-8A8F-CE5E420E854E}" type="pres">
      <dgm:prSet presAssocID="{7B9610FE-2C20-427F-80C6-E8CC4D1FA966}" presName="compNode" presStyleCnt="0"/>
      <dgm:spPr/>
    </dgm:pt>
    <dgm:pt modelId="{6209FA50-2E4A-4EBB-93D1-FD1C9B86FFA9}" type="pres">
      <dgm:prSet presAssocID="{7B9610FE-2C20-427F-80C6-E8CC4D1FA966}" presName="bgRect" presStyleLbl="bgShp" presStyleIdx="0" presStyleCnt="3"/>
      <dgm:spPr/>
    </dgm:pt>
    <dgm:pt modelId="{38EA3626-45E4-4E85-A212-06E43AAEC79F}" type="pres">
      <dgm:prSet presAssocID="{7B9610FE-2C20-427F-80C6-E8CC4D1FA966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ublo"/>
        </a:ext>
      </dgm:extLst>
    </dgm:pt>
    <dgm:pt modelId="{DF3A77CD-1704-4C62-AC4F-C8E51BD2665F}" type="pres">
      <dgm:prSet presAssocID="{7B9610FE-2C20-427F-80C6-E8CC4D1FA966}" presName="spaceRect" presStyleCnt="0"/>
      <dgm:spPr/>
    </dgm:pt>
    <dgm:pt modelId="{2C56B0F7-8790-4F16-8FC7-0BA5426B67FA}" type="pres">
      <dgm:prSet presAssocID="{7B9610FE-2C20-427F-80C6-E8CC4D1FA966}" presName="parTx" presStyleLbl="revTx" presStyleIdx="0" presStyleCnt="3">
        <dgm:presLayoutVars>
          <dgm:chMax val="0"/>
          <dgm:chPref val="0"/>
        </dgm:presLayoutVars>
      </dgm:prSet>
      <dgm:spPr/>
    </dgm:pt>
    <dgm:pt modelId="{3621655F-FCFF-44AC-92EA-98DF3009968B}" type="pres">
      <dgm:prSet presAssocID="{325E71CD-0A10-4D42-8865-1E45BC6D9417}" presName="sibTrans" presStyleCnt="0"/>
      <dgm:spPr/>
    </dgm:pt>
    <dgm:pt modelId="{B0353BF3-233B-4C56-895E-FBE8F2FE966E}" type="pres">
      <dgm:prSet presAssocID="{BAF6BE00-2CB6-4668-8E37-D8EB4F17333D}" presName="compNode" presStyleCnt="0"/>
      <dgm:spPr/>
    </dgm:pt>
    <dgm:pt modelId="{14DCB071-223E-4CB2-AABA-B86298341860}" type="pres">
      <dgm:prSet presAssocID="{BAF6BE00-2CB6-4668-8E37-D8EB4F17333D}" presName="bgRect" presStyleLbl="bgShp" presStyleIdx="1" presStyleCnt="3"/>
      <dgm:spPr/>
    </dgm:pt>
    <dgm:pt modelId="{095D5098-B5FB-4E88-8168-4CF30955674C}" type="pres">
      <dgm:prSet presAssocID="{BAF6BE00-2CB6-4668-8E37-D8EB4F17333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F9358088-53F2-4CBE-A81F-B0261D7189D0}" type="pres">
      <dgm:prSet presAssocID="{BAF6BE00-2CB6-4668-8E37-D8EB4F17333D}" presName="spaceRect" presStyleCnt="0"/>
      <dgm:spPr/>
    </dgm:pt>
    <dgm:pt modelId="{85C21F44-41CE-47D9-BABA-06058595905F}" type="pres">
      <dgm:prSet presAssocID="{BAF6BE00-2CB6-4668-8E37-D8EB4F17333D}" presName="parTx" presStyleLbl="revTx" presStyleIdx="1" presStyleCnt="3">
        <dgm:presLayoutVars>
          <dgm:chMax val="0"/>
          <dgm:chPref val="0"/>
        </dgm:presLayoutVars>
      </dgm:prSet>
      <dgm:spPr/>
    </dgm:pt>
    <dgm:pt modelId="{30BE0932-BFBF-4E8C-9116-1EC514600DD3}" type="pres">
      <dgm:prSet presAssocID="{D556A70D-229E-417A-B257-A437A8EDE9DA}" presName="sibTrans" presStyleCnt="0"/>
      <dgm:spPr/>
    </dgm:pt>
    <dgm:pt modelId="{3C3C5E95-60B0-43A4-BBFE-E6C5703814DD}" type="pres">
      <dgm:prSet presAssocID="{D2956E3C-4B42-4BFB-814F-0CAB96AB7060}" presName="compNode" presStyleCnt="0"/>
      <dgm:spPr/>
    </dgm:pt>
    <dgm:pt modelId="{88547637-DC38-4F9A-A948-CCD737C6F5BF}" type="pres">
      <dgm:prSet presAssocID="{D2956E3C-4B42-4BFB-814F-0CAB96AB7060}" presName="bgRect" presStyleLbl="bgShp" presStyleIdx="2" presStyleCnt="3"/>
      <dgm:spPr/>
    </dgm:pt>
    <dgm:pt modelId="{C4CA0B51-D89C-4B46-94D4-89D456D849EE}" type="pres">
      <dgm:prSet presAssocID="{D2956E3C-4B42-4BFB-814F-0CAB96AB706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4FD7B90-8000-4DA4-92F6-EBDD68F97540}" type="pres">
      <dgm:prSet presAssocID="{D2956E3C-4B42-4BFB-814F-0CAB96AB7060}" presName="spaceRect" presStyleCnt="0"/>
      <dgm:spPr/>
    </dgm:pt>
    <dgm:pt modelId="{B6A8BB1C-7DCE-4985-91DB-CA398B3E0FB3}" type="pres">
      <dgm:prSet presAssocID="{D2956E3C-4B42-4BFB-814F-0CAB96AB706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7D04310-3E28-4CAA-96B5-898BF36EF31C}" type="presOf" srcId="{60565D13-3160-4200-A24F-53039DEC4A3B}" destId="{887A3FB8-C8AB-4555-8A63-18B3A2254C7A}" srcOrd="0" destOrd="0" presId="urn:microsoft.com/office/officeart/2018/2/layout/IconVerticalSolidList"/>
    <dgm:cxn modelId="{D15103A6-C2B7-4359-B9A8-8B5EC97207B5}" type="presOf" srcId="{D2956E3C-4B42-4BFB-814F-0CAB96AB7060}" destId="{B6A8BB1C-7DCE-4985-91DB-CA398B3E0FB3}" srcOrd="0" destOrd="0" presId="urn:microsoft.com/office/officeart/2018/2/layout/IconVerticalSolidList"/>
    <dgm:cxn modelId="{639A70AA-45FC-417C-B8E5-A3B1419D400B}" type="presOf" srcId="{BAF6BE00-2CB6-4668-8E37-D8EB4F17333D}" destId="{85C21F44-41CE-47D9-BABA-06058595905F}" srcOrd="0" destOrd="0" presId="urn:microsoft.com/office/officeart/2018/2/layout/IconVerticalSolidList"/>
    <dgm:cxn modelId="{B2E86BB0-5154-494C-9502-5BC5F022F872}" srcId="{60565D13-3160-4200-A24F-53039DEC4A3B}" destId="{7B9610FE-2C20-427F-80C6-E8CC4D1FA966}" srcOrd="0" destOrd="0" parTransId="{2A0C3EDE-FA55-493D-8E58-350B4D6AD344}" sibTransId="{325E71CD-0A10-4D42-8865-1E45BC6D9417}"/>
    <dgm:cxn modelId="{50CF4BB1-C924-412F-8505-95636AF677EE}" type="presOf" srcId="{7B9610FE-2C20-427F-80C6-E8CC4D1FA966}" destId="{2C56B0F7-8790-4F16-8FC7-0BA5426B67FA}" srcOrd="0" destOrd="0" presId="urn:microsoft.com/office/officeart/2018/2/layout/IconVerticalSolidList"/>
    <dgm:cxn modelId="{11A1B9E5-EA2D-4264-83BF-B311707DE491}" srcId="{60565D13-3160-4200-A24F-53039DEC4A3B}" destId="{D2956E3C-4B42-4BFB-814F-0CAB96AB7060}" srcOrd="2" destOrd="0" parTransId="{576BA24B-A8BE-4A15-9338-812D99DD410C}" sibTransId="{49BCC915-8C1C-43A3-87F4-052B973B8356}"/>
    <dgm:cxn modelId="{0BDC96E8-EF53-4680-AC0B-F05E53592DFE}" srcId="{60565D13-3160-4200-A24F-53039DEC4A3B}" destId="{BAF6BE00-2CB6-4668-8E37-D8EB4F17333D}" srcOrd="1" destOrd="0" parTransId="{F625DAFA-1A75-471D-A401-9CA80F1CF9E6}" sibTransId="{D556A70D-229E-417A-B257-A437A8EDE9DA}"/>
    <dgm:cxn modelId="{87958115-C839-4600-9C1A-645B2F8E7584}" type="presParOf" srcId="{887A3FB8-C8AB-4555-8A63-18B3A2254C7A}" destId="{E5F580B5-1CB4-4C06-8A8F-CE5E420E854E}" srcOrd="0" destOrd="0" presId="urn:microsoft.com/office/officeart/2018/2/layout/IconVerticalSolidList"/>
    <dgm:cxn modelId="{0239B8E3-52F3-480D-9E3F-BC7117538F0A}" type="presParOf" srcId="{E5F580B5-1CB4-4C06-8A8F-CE5E420E854E}" destId="{6209FA50-2E4A-4EBB-93D1-FD1C9B86FFA9}" srcOrd="0" destOrd="0" presId="urn:microsoft.com/office/officeart/2018/2/layout/IconVerticalSolidList"/>
    <dgm:cxn modelId="{43896ACD-3D1E-4DEB-B47B-A00C80747857}" type="presParOf" srcId="{E5F580B5-1CB4-4C06-8A8F-CE5E420E854E}" destId="{38EA3626-45E4-4E85-A212-06E43AAEC79F}" srcOrd="1" destOrd="0" presId="urn:microsoft.com/office/officeart/2018/2/layout/IconVerticalSolidList"/>
    <dgm:cxn modelId="{DC5C1412-302F-4E80-8534-9A9AEC6873B7}" type="presParOf" srcId="{E5F580B5-1CB4-4C06-8A8F-CE5E420E854E}" destId="{DF3A77CD-1704-4C62-AC4F-C8E51BD2665F}" srcOrd="2" destOrd="0" presId="urn:microsoft.com/office/officeart/2018/2/layout/IconVerticalSolidList"/>
    <dgm:cxn modelId="{C8FB356C-4159-4DB9-8C7F-23DB7DF292B5}" type="presParOf" srcId="{E5F580B5-1CB4-4C06-8A8F-CE5E420E854E}" destId="{2C56B0F7-8790-4F16-8FC7-0BA5426B67FA}" srcOrd="3" destOrd="0" presId="urn:microsoft.com/office/officeart/2018/2/layout/IconVerticalSolidList"/>
    <dgm:cxn modelId="{AEBCE96F-71CF-4241-8907-AECA07A5F737}" type="presParOf" srcId="{887A3FB8-C8AB-4555-8A63-18B3A2254C7A}" destId="{3621655F-FCFF-44AC-92EA-98DF3009968B}" srcOrd="1" destOrd="0" presId="urn:microsoft.com/office/officeart/2018/2/layout/IconVerticalSolidList"/>
    <dgm:cxn modelId="{E3A852C2-C4D5-44A0-9BCD-7F843BA42E70}" type="presParOf" srcId="{887A3FB8-C8AB-4555-8A63-18B3A2254C7A}" destId="{B0353BF3-233B-4C56-895E-FBE8F2FE966E}" srcOrd="2" destOrd="0" presId="urn:microsoft.com/office/officeart/2018/2/layout/IconVerticalSolidList"/>
    <dgm:cxn modelId="{54A77676-907B-4041-A0F6-87D4C011B7D5}" type="presParOf" srcId="{B0353BF3-233B-4C56-895E-FBE8F2FE966E}" destId="{14DCB071-223E-4CB2-AABA-B86298341860}" srcOrd="0" destOrd="0" presId="urn:microsoft.com/office/officeart/2018/2/layout/IconVerticalSolidList"/>
    <dgm:cxn modelId="{D5C8EAB2-4843-4EBB-BBC9-A3BE0D789476}" type="presParOf" srcId="{B0353BF3-233B-4C56-895E-FBE8F2FE966E}" destId="{095D5098-B5FB-4E88-8168-4CF30955674C}" srcOrd="1" destOrd="0" presId="urn:microsoft.com/office/officeart/2018/2/layout/IconVerticalSolidList"/>
    <dgm:cxn modelId="{3949C23D-D3B8-40B6-AC9F-1E6C93DF97D9}" type="presParOf" srcId="{B0353BF3-233B-4C56-895E-FBE8F2FE966E}" destId="{F9358088-53F2-4CBE-A81F-B0261D7189D0}" srcOrd="2" destOrd="0" presId="urn:microsoft.com/office/officeart/2018/2/layout/IconVerticalSolidList"/>
    <dgm:cxn modelId="{CE29BB3D-0EE4-4183-A2CD-7EB97D7A8E13}" type="presParOf" srcId="{B0353BF3-233B-4C56-895E-FBE8F2FE966E}" destId="{85C21F44-41CE-47D9-BABA-06058595905F}" srcOrd="3" destOrd="0" presId="urn:microsoft.com/office/officeart/2018/2/layout/IconVerticalSolidList"/>
    <dgm:cxn modelId="{1E7FAD0C-CA0D-4D27-9F75-8CF834D76B3D}" type="presParOf" srcId="{887A3FB8-C8AB-4555-8A63-18B3A2254C7A}" destId="{30BE0932-BFBF-4E8C-9116-1EC514600DD3}" srcOrd="3" destOrd="0" presId="urn:microsoft.com/office/officeart/2018/2/layout/IconVerticalSolidList"/>
    <dgm:cxn modelId="{65B04AD6-81B9-48D0-894F-14786AB49603}" type="presParOf" srcId="{887A3FB8-C8AB-4555-8A63-18B3A2254C7A}" destId="{3C3C5E95-60B0-43A4-BBFE-E6C5703814DD}" srcOrd="4" destOrd="0" presId="urn:microsoft.com/office/officeart/2018/2/layout/IconVerticalSolidList"/>
    <dgm:cxn modelId="{457739BB-EA87-41AA-8481-C8AB14A92FD5}" type="presParOf" srcId="{3C3C5E95-60B0-43A4-BBFE-E6C5703814DD}" destId="{88547637-DC38-4F9A-A948-CCD737C6F5BF}" srcOrd="0" destOrd="0" presId="urn:microsoft.com/office/officeart/2018/2/layout/IconVerticalSolidList"/>
    <dgm:cxn modelId="{B3B485D4-D09C-4738-B8CD-7E28A9DFD543}" type="presParOf" srcId="{3C3C5E95-60B0-43A4-BBFE-E6C5703814DD}" destId="{C4CA0B51-D89C-4B46-94D4-89D456D849EE}" srcOrd="1" destOrd="0" presId="urn:microsoft.com/office/officeart/2018/2/layout/IconVerticalSolidList"/>
    <dgm:cxn modelId="{7ADEDEC8-CB58-4367-9F6F-146579E51589}" type="presParOf" srcId="{3C3C5E95-60B0-43A4-BBFE-E6C5703814DD}" destId="{04FD7B90-8000-4DA4-92F6-EBDD68F97540}" srcOrd="2" destOrd="0" presId="urn:microsoft.com/office/officeart/2018/2/layout/IconVerticalSolidList"/>
    <dgm:cxn modelId="{A6C87C43-B5F6-4B03-A11F-AA047F8C01C3}" type="presParOf" srcId="{3C3C5E95-60B0-43A4-BBFE-E6C5703814DD}" destId="{B6A8BB1C-7DCE-4985-91DB-CA398B3E0FB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FDB0886-292F-44AC-854B-750D64582871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6BCAD8F-63AA-4CD2-AB59-099C7E3C729C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1. Consulta</a:t>
          </a:r>
          <a:endParaRPr lang="en-US" dirty="0"/>
        </a:p>
      </dgm:t>
    </dgm:pt>
    <dgm:pt modelId="{BADA598E-D9C3-4B88-88F4-52836F467915}" type="parTrans" cxnId="{11E09070-BF9F-40ED-8979-77E77736171C}">
      <dgm:prSet/>
      <dgm:spPr/>
      <dgm:t>
        <a:bodyPr/>
        <a:lstStyle/>
        <a:p>
          <a:endParaRPr lang="en-US"/>
        </a:p>
      </dgm:t>
    </dgm:pt>
    <dgm:pt modelId="{8E8CB0F4-2CD7-4DA2-A0BB-A6C61778579D}" type="sibTrans" cxnId="{11E09070-BF9F-40ED-8979-77E77736171C}">
      <dgm:prSet/>
      <dgm:spPr/>
      <dgm:t>
        <a:bodyPr/>
        <a:lstStyle/>
        <a:p>
          <a:endParaRPr lang="en-US"/>
        </a:p>
      </dgm:t>
    </dgm:pt>
    <dgm:pt modelId="{37A07D0B-3508-42F6-A5B9-8D3B88522005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2. Validación</a:t>
          </a:r>
          <a:endParaRPr lang="en-US" dirty="0"/>
        </a:p>
      </dgm:t>
    </dgm:pt>
    <dgm:pt modelId="{FD2BF2EB-67CA-4D8F-A486-8ACCA10D3819}" type="parTrans" cxnId="{72CFE871-AF2D-4D00-993D-0FA091B62F4C}">
      <dgm:prSet/>
      <dgm:spPr/>
      <dgm:t>
        <a:bodyPr/>
        <a:lstStyle/>
        <a:p>
          <a:endParaRPr lang="en-US"/>
        </a:p>
      </dgm:t>
    </dgm:pt>
    <dgm:pt modelId="{B924C114-DA05-4B05-91C5-7ABDFCEAAEE1}" type="sibTrans" cxnId="{72CFE871-AF2D-4D00-993D-0FA091B62F4C}">
      <dgm:prSet/>
      <dgm:spPr/>
      <dgm:t>
        <a:bodyPr/>
        <a:lstStyle/>
        <a:p>
          <a:endParaRPr lang="en-US"/>
        </a:p>
      </dgm:t>
    </dgm:pt>
    <dgm:pt modelId="{6A3BF7C3-034D-4A00-BFD4-5701BBEB8B0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3. Resolucion de datos</a:t>
          </a:r>
          <a:endParaRPr lang="en-US"/>
        </a:p>
      </dgm:t>
    </dgm:pt>
    <dgm:pt modelId="{3DE1E7C9-642E-4DEC-AD87-C37957513B99}" type="parTrans" cxnId="{CF4C416F-09D4-4625-8DB9-8F895A570BA9}">
      <dgm:prSet/>
      <dgm:spPr/>
      <dgm:t>
        <a:bodyPr/>
        <a:lstStyle/>
        <a:p>
          <a:endParaRPr lang="en-US"/>
        </a:p>
      </dgm:t>
    </dgm:pt>
    <dgm:pt modelId="{8C94980F-F379-4DFA-AE25-2AD9BCEA22DE}" type="sibTrans" cxnId="{CF4C416F-09D4-4625-8DB9-8F895A570BA9}">
      <dgm:prSet/>
      <dgm:spPr/>
      <dgm:t>
        <a:bodyPr/>
        <a:lstStyle/>
        <a:p>
          <a:endParaRPr lang="en-US"/>
        </a:p>
      </dgm:t>
    </dgm:pt>
    <dgm:pt modelId="{5DF44757-E4A8-4B0D-9A86-1949644812F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4. Planificacion analítica</a:t>
          </a:r>
          <a:endParaRPr lang="en-US"/>
        </a:p>
      </dgm:t>
    </dgm:pt>
    <dgm:pt modelId="{39C9382B-E9E4-44BA-AC55-128A50E0EB82}" type="parTrans" cxnId="{C253A6E1-31D1-4AD6-B7B3-3AF4D0C5C910}">
      <dgm:prSet/>
      <dgm:spPr/>
      <dgm:t>
        <a:bodyPr/>
        <a:lstStyle/>
        <a:p>
          <a:endParaRPr lang="en-US"/>
        </a:p>
      </dgm:t>
    </dgm:pt>
    <dgm:pt modelId="{2EDBE248-B0CC-47CB-A937-6FB992AA8D1B}" type="sibTrans" cxnId="{C253A6E1-31D1-4AD6-B7B3-3AF4D0C5C910}">
      <dgm:prSet/>
      <dgm:spPr/>
      <dgm:t>
        <a:bodyPr/>
        <a:lstStyle/>
        <a:p>
          <a:endParaRPr lang="en-US"/>
        </a:p>
      </dgm:t>
    </dgm:pt>
    <dgm:pt modelId="{237792B9-22AE-4C6B-9F9B-AA5A6C39D14B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5. Generacion de código</a:t>
          </a:r>
          <a:endParaRPr lang="en-US"/>
        </a:p>
      </dgm:t>
    </dgm:pt>
    <dgm:pt modelId="{AD44202E-A939-46BC-BA5E-324452042EBA}" type="parTrans" cxnId="{F9F59621-E982-4426-A3E6-01C96E90D9D1}">
      <dgm:prSet/>
      <dgm:spPr/>
      <dgm:t>
        <a:bodyPr/>
        <a:lstStyle/>
        <a:p>
          <a:endParaRPr lang="en-US"/>
        </a:p>
      </dgm:t>
    </dgm:pt>
    <dgm:pt modelId="{7E6B485D-6925-4B32-AFFA-57C217D8F8C8}" type="sibTrans" cxnId="{F9F59621-E982-4426-A3E6-01C96E90D9D1}">
      <dgm:prSet/>
      <dgm:spPr/>
      <dgm:t>
        <a:bodyPr/>
        <a:lstStyle/>
        <a:p>
          <a:endParaRPr lang="en-US"/>
        </a:p>
      </dgm:t>
    </dgm:pt>
    <dgm:pt modelId="{91817FF6-7E2E-4B64-BE6E-82ED021A7311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6. Ejecuta</a:t>
          </a:r>
          <a:endParaRPr lang="en-US"/>
        </a:p>
      </dgm:t>
    </dgm:pt>
    <dgm:pt modelId="{89A598BE-991F-4EDA-9F68-FE7BB7A16F69}" type="parTrans" cxnId="{A1F5E2A2-FAF4-4C5A-B271-6CDD89226684}">
      <dgm:prSet/>
      <dgm:spPr/>
      <dgm:t>
        <a:bodyPr/>
        <a:lstStyle/>
        <a:p>
          <a:endParaRPr lang="en-US"/>
        </a:p>
      </dgm:t>
    </dgm:pt>
    <dgm:pt modelId="{99FAE7B8-8743-46BA-9247-0108F2664EA1}" type="sibTrans" cxnId="{A1F5E2A2-FAF4-4C5A-B271-6CDD89226684}">
      <dgm:prSet/>
      <dgm:spPr/>
      <dgm:t>
        <a:bodyPr/>
        <a:lstStyle/>
        <a:p>
          <a:endParaRPr lang="en-US"/>
        </a:p>
      </dgm:t>
    </dgm:pt>
    <dgm:pt modelId="{9B9AA99B-9689-4367-B103-5BF72DC9B1C8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7. Interpretación de consulta</a:t>
          </a:r>
          <a:endParaRPr lang="en-US" dirty="0"/>
        </a:p>
      </dgm:t>
    </dgm:pt>
    <dgm:pt modelId="{8A9F27AD-B6D9-44B4-B42B-392CE6ACAEF3}" type="parTrans" cxnId="{4716B66A-8C4B-41DC-945E-9238C7BC83BD}">
      <dgm:prSet/>
      <dgm:spPr/>
      <dgm:t>
        <a:bodyPr/>
        <a:lstStyle/>
        <a:p>
          <a:endParaRPr lang="en-US"/>
        </a:p>
      </dgm:t>
    </dgm:pt>
    <dgm:pt modelId="{01681013-659A-41E5-AE7A-7A1F5270EF5B}" type="sibTrans" cxnId="{4716B66A-8C4B-41DC-945E-9238C7BC83BD}">
      <dgm:prSet/>
      <dgm:spPr/>
      <dgm:t>
        <a:bodyPr/>
        <a:lstStyle/>
        <a:p>
          <a:endParaRPr lang="en-US"/>
        </a:p>
      </dgm:t>
    </dgm:pt>
    <dgm:pt modelId="{1B2C1D22-EE69-4277-A201-8853487C4A30}" type="pres">
      <dgm:prSet presAssocID="{8FDB0886-292F-44AC-854B-750D64582871}" presName="root" presStyleCnt="0">
        <dgm:presLayoutVars>
          <dgm:dir/>
          <dgm:resizeHandles val="exact"/>
        </dgm:presLayoutVars>
      </dgm:prSet>
      <dgm:spPr/>
    </dgm:pt>
    <dgm:pt modelId="{85370A5C-B80C-49E4-B607-045A1128E9A2}" type="pres">
      <dgm:prSet presAssocID="{D6BCAD8F-63AA-4CD2-AB59-099C7E3C729C}" presName="compNode" presStyleCnt="0"/>
      <dgm:spPr/>
    </dgm:pt>
    <dgm:pt modelId="{14E6579C-3E19-41AE-866B-753BC0F62D93}" type="pres">
      <dgm:prSet presAssocID="{D6BCAD8F-63AA-4CD2-AB59-099C7E3C729C}" presName="bgRect" presStyleLbl="bgShp" presStyleIdx="0" presStyleCnt="7"/>
      <dgm:spPr/>
    </dgm:pt>
    <dgm:pt modelId="{C8F68A96-47C1-4CFD-8292-1258E3250CAA}" type="pres">
      <dgm:prSet presAssocID="{D6BCAD8F-63AA-4CD2-AB59-099C7E3C729C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FB14D7DA-3F31-49C8-B468-9F86E961400F}" type="pres">
      <dgm:prSet presAssocID="{D6BCAD8F-63AA-4CD2-AB59-099C7E3C729C}" presName="spaceRect" presStyleCnt="0"/>
      <dgm:spPr/>
    </dgm:pt>
    <dgm:pt modelId="{AC04EAD7-4EBC-4F3A-8F0F-DDB354AEDD2B}" type="pres">
      <dgm:prSet presAssocID="{D6BCAD8F-63AA-4CD2-AB59-099C7E3C729C}" presName="parTx" presStyleLbl="revTx" presStyleIdx="0" presStyleCnt="7">
        <dgm:presLayoutVars>
          <dgm:chMax val="0"/>
          <dgm:chPref val="0"/>
        </dgm:presLayoutVars>
      </dgm:prSet>
      <dgm:spPr/>
    </dgm:pt>
    <dgm:pt modelId="{BA7ABD63-B038-484D-8007-8309B749ECEB}" type="pres">
      <dgm:prSet presAssocID="{8E8CB0F4-2CD7-4DA2-A0BB-A6C61778579D}" presName="sibTrans" presStyleCnt="0"/>
      <dgm:spPr/>
    </dgm:pt>
    <dgm:pt modelId="{4BC43810-5360-4DDD-93D7-59A2D60D3A7A}" type="pres">
      <dgm:prSet presAssocID="{37A07D0B-3508-42F6-A5B9-8D3B88522005}" presName="compNode" presStyleCnt="0"/>
      <dgm:spPr/>
    </dgm:pt>
    <dgm:pt modelId="{756F0C1B-8BB0-418C-AED3-D3ABC9F21A57}" type="pres">
      <dgm:prSet presAssocID="{37A07D0B-3508-42F6-A5B9-8D3B88522005}" presName="bgRect" presStyleLbl="bgShp" presStyleIdx="1" presStyleCnt="7"/>
      <dgm:spPr/>
    </dgm:pt>
    <dgm:pt modelId="{F78D7037-BAA7-4CF6-938F-4EF2D9774758}" type="pres">
      <dgm:prSet presAssocID="{37A07D0B-3508-42F6-A5B9-8D3B88522005}" presName="iconRect" presStyleLbl="node1" presStyleIdx="1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DC71B258-597B-4A4B-988D-DCF8BFF78E94}" type="pres">
      <dgm:prSet presAssocID="{37A07D0B-3508-42F6-A5B9-8D3B88522005}" presName="spaceRect" presStyleCnt="0"/>
      <dgm:spPr/>
    </dgm:pt>
    <dgm:pt modelId="{C5DAECE9-2613-4838-921E-4164BF1E1EFE}" type="pres">
      <dgm:prSet presAssocID="{37A07D0B-3508-42F6-A5B9-8D3B88522005}" presName="parTx" presStyleLbl="revTx" presStyleIdx="1" presStyleCnt="7">
        <dgm:presLayoutVars>
          <dgm:chMax val="0"/>
          <dgm:chPref val="0"/>
        </dgm:presLayoutVars>
      </dgm:prSet>
      <dgm:spPr/>
    </dgm:pt>
    <dgm:pt modelId="{D9A2C0D3-9F3E-46BF-8F5E-21F0AD315C11}" type="pres">
      <dgm:prSet presAssocID="{B924C114-DA05-4B05-91C5-7ABDFCEAAEE1}" presName="sibTrans" presStyleCnt="0"/>
      <dgm:spPr/>
    </dgm:pt>
    <dgm:pt modelId="{C85AF081-350F-42F5-8B6A-5E8A55983093}" type="pres">
      <dgm:prSet presAssocID="{6A3BF7C3-034D-4A00-BFD4-5701BBEB8B04}" presName="compNode" presStyleCnt="0"/>
      <dgm:spPr/>
    </dgm:pt>
    <dgm:pt modelId="{5BC95C9D-44D5-46DA-8F61-3F588CA87C51}" type="pres">
      <dgm:prSet presAssocID="{6A3BF7C3-034D-4A00-BFD4-5701BBEB8B04}" presName="bgRect" presStyleLbl="bgShp" presStyleIdx="2" presStyleCnt="7"/>
      <dgm:spPr/>
    </dgm:pt>
    <dgm:pt modelId="{66E5ED8F-8360-4FDB-9634-0E1D5FE2F66B}" type="pres">
      <dgm:prSet presAssocID="{6A3BF7C3-034D-4A00-BFD4-5701BBEB8B04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e chart"/>
        </a:ext>
      </dgm:extLst>
    </dgm:pt>
    <dgm:pt modelId="{3D949ACD-1F5F-4FC3-82E2-030CBFF70C49}" type="pres">
      <dgm:prSet presAssocID="{6A3BF7C3-034D-4A00-BFD4-5701BBEB8B04}" presName="spaceRect" presStyleCnt="0"/>
      <dgm:spPr/>
    </dgm:pt>
    <dgm:pt modelId="{48C9CB7C-91B2-4126-9347-D5BC89ED2836}" type="pres">
      <dgm:prSet presAssocID="{6A3BF7C3-034D-4A00-BFD4-5701BBEB8B04}" presName="parTx" presStyleLbl="revTx" presStyleIdx="2" presStyleCnt="7">
        <dgm:presLayoutVars>
          <dgm:chMax val="0"/>
          <dgm:chPref val="0"/>
        </dgm:presLayoutVars>
      </dgm:prSet>
      <dgm:spPr/>
    </dgm:pt>
    <dgm:pt modelId="{6D7AD63B-CE31-4C0D-9219-8C37D2F5692E}" type="pres">
      <dgm:prSet presAssocID="{8C94980F-F379-4DFA-AE25-2AD9BCEA22DE}" presName="sibTrans" presStyleCnt="0"/>
      <dgm:spPr/>
    </dgm:pt>
    <dgm:pt modelId="{7A716C0F-F258-46EA-9390-903205B06056}" type="pres">
      <dgm:prSet presAssocID="{5DF44757-E4A8-4B0D-9A86-1949644812F4}" presName="compNode" presStyleCnt="0"/>
      <dgm:spPr/>
    </dgm:pt>
    <dgm:pt modelId="{237C8F08-8C0C-4449-B9F6-6E949D40C75A}" type="pres">
      <dgm:prSet presAssocID="{5DF44757-E4A8-4B0D-9A86-1949644812F4}" presName="bgRect" presStyleLbl="bgShp" presStyleIdx="3" presStyleCnt="7"/>
      <dgm:spPr/>
    </dgm:pt>
    <dgm:pt modelId="{A314EBC4-D7A8-4F77-9166-61284BD65D95}" type="pres">
      <dgm:prSet presAssocID="{5DF44757-E4A8-4B0D-9A86-1949644812F4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427C3A4-FFDE-4614-A7C3-359513924316}" type="pres">
      <dgm:prSet presAssocID="{5DF44757-E4A8-4B0D-9A86-1949644812F4}" presName="spaceRect" presStyleCnt="0"/>
      <dgm:spPr/>
    </dgm:pt>
    <dgm:pt modelId="{49361EBA-B677-416C-9A05-006E21C6AA69}" type="pres">
      <dgm:prSet presAssocID="{5DF44757-E4A8-4B0D-9A86-1949644812F4}" presName="parTx" presStyleLbl="revTx" presStyleIdx="3" presStyleCnt="7">
        <dgm:presLayoutVars>
          <dgm:chMax val="0"/>
          <dgm:chPref val="0"/>
        </dgm:presLayoutVars>
      </dgm:prSet>
      <dgm:spPr/>
    </dgm:pt>
    <dgm:pt modelId="{EF22EDA4-7A71-403D-8ED5-3F85BDB0EB03}" type="pres">
      <dgm:prSet presAssocID="{2EDBE248-B0CC-47CB-A937-6FB992AA8D1B}" presName="sibTrans" presStyleCnt="0"/>
      <dgm:spPr/>
    </dgm:pt>
    <dgm:pt modelId="{8CDF518C-1F0D-4A09-8597-A98F16B08EC3}" type="pres">
      <dgm:prSet presAssocID="{237792B9-22AE-4C6B-9F9B-AA5A6C39D14B}" presName="compNode" presStyleCnt="0"/>
      <dgm:spPr/>
    </dgm:pt>
    <dgm:pt modelId="{7AF8E85C-E302-408E-9FD6-F8A5FDCAFF51}" type="pres">
      <dgm:prSet presAssocID="{237792B9-22AE-4C6B-9F9B-AA5A6C39D14B}" presName="bgRect" presStyleLbl="bgShp" presStyleIdx="4" presStyleCnt="7"/>
      <dgm:spPr/>
    </dgm:pt>
    <dgm:pt modelId="{C4BF7FC4-A9CA-46A0-B226-DEA231F2348B}" type="pres">
      <dgm:prSet presAssocID="{237792B9-22AE-4C6B-9F9B-AA5A6C39D14B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ódigo de barras"/>
        </a:ext>
      </dgm:extLst>
    </dgm:pt>
    <dgm:pt modelId="{202633C6-FDFC-4450-83FC-B446EADFFF5F}" type="pres">
      <dgm:prSet presAssocID="{237792B9-22AE-4C6B-9F9B-AA5A6C39D14B}" presName="spaceRect" presStyleCnt="0"/>
      <dgm:spPr/>
    </dgm:pt>
    <dgm:pt modelId="{C33B42A8-691E-4300-A8DC-B5D23341F01A}" type="pres">
      <dgm:prSet presAssocID="{237792B9-22AE-4C6B-9F9B-AA5A6C39D14B}" presName="parTx" presStyleLbl="revTx" presStyleIdx="4" presStyleCnt="7">
        <dgm:presLayoutVars>
          <dgm:chMax val="0"/>
          <dgm:chPref val="0"/>
        </dgm:presLayoutVars>
      </dgm:prSet>
      <dgm:spPr/>
    </dgm:pt>
    <dgm:pt modelId="{5B883B70-65E1-4556-9C41-CB6B7E3CDC01}" type="pres">
      <dgm:prSet presAssocID="{7E6B485D-6925-4B32-AFFA-57C217D8F8C8}" presName="sibTrans" presStyleCnt="0"/>
      <dgm:spPr/>
    </dgm:pt>
    <dgm:pt modelId="{E88FA586-B9F4-4976-AD0B-012A9B09C188}" type="pres">
      <dgm:prSet presAssocID="{91817FF6-7E2E-4B64-BE6E-82ED021A7311}" presName="compNode" presStyleCnt="0"/>
      <dgm:spPr/>
    </dgm:pt>
    <dgm:pt modelId="{F511A0DD-00BC-4FE4-8A42-393B9B047BAB}" type="pres">
      <dgm:prSet presAssocID="{91817FF6-7E2E-4B64-BE6E-82ED021A7311}" presName="bgRect" presStyleLbl="bgShp" presStyleIdx="5" presStyleCnt="7"/>
      <dgm:spPr/>
    </dgm:pt>
    <dgm:pt modelId="{007EEF87-C7EC-4FBD-A25B-8AA4F2D3EDB8}" type="pres">
      <dgm:prSet presAssocID="{91817FF6-7E2E-4B64-BE6E-82ED021A7311}" presName="iconRect" presStyleLbl="node1" presStyleIdx="5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uaderno de estrategias"/>
        </a:ext>
      </dgm:extLst>
    </dgm:pt>
    <dgm:pt modelId="{6E8762B6-F42D-4707-B5BF-8BF2A631AFF0}" type="pres">
      <dgm:prSet presAssocID="{91817FF6-7E2E-4B64-BE6E-82ED021A7311}" presName="spaceRect" presStyleCnt="0"/>
      <dgm:spPr/>
    </dgm:pt>
    <dgm:pt modelId="{95B1FD20-A8E8-415C-991D-E009863C752E}" type="pres">
      <dgm:prSet presAssocID="{91817FF6-7E2E-4B64-BE6E-82ED021A7311}" presName="parTx" presStyleLbl="revTx" presStyleIdx="5" presStyleCnt="7">
        <dgm:presLayoutVars>
          <dgm:chMax val="0"/>
          <dgm:chPref val="0"/>
        </dgm:presLayoutVars>
      </dgm:prSet>
      <dgm:spPr/>
    </dgm:pt>
    <dgm:pt modelId="{57FA7E9F-28BF-45CF-BCFD-DB77168FB5CA}" type="pres">
      <dgm:prSet presAssocID="{99FAE7B8-8743-46BA-9247-0108F2664EA1}" presName="sibTrans" presStyleCnt="0"/>
      <dgm:spPr/>
    </dgm:pt>
    <dgm:pt modelId="{B44BACD7-5A33-4BFC-BD0C-C2B404BB24A1}" type="pres">
      <dgm:prSet presAssocID="{9B9AA99B-9689-4367-B103-5BF72DC9B1C8}" presName="compNode" presStyleCnt="0"/>
      <dgm:spPr/>
    </dgm:pt>
    <dgm:pt modelId="{9C1DBC89-ADCF-4330-A9CF-98215C0B818F}" type="pres">
      <dgm:prSet presAssocID="{9B9AA99B-9689-4367-B103-5BF72DC9B1C8}" presName="bgRect" presStyleLbl="bgShp" presStyleIdx="6" presStyleCnt="7"/>
      <dgm:spPr/>
    </dgm:pt>
    <dgm:pt modelId="{80CB58DE-03CC-4EA1-A9B4-BC3E81FC0962}" type="pres">
      <dgm:prSet presAssocID="{9B9AA99B-9689-4367-B103-5BF72DC9B1C8}" presName="iconRect" presStyleLbl="node1" presStyleIdx="6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2143AF6D-F495-4636-B70C-348640742C2A}" type="pres">
      <dgm:prSet presAssocID="{9B9AA99B-9689-4367-B103-5BF72DC9B1C8}" presName="spaceRect" presStyleCnt="0"/>
      <dgm:spPr/>
    </dgm:pt>
    <dgm:pt modelId="{9660B707-9E4A-4AB4-A17F-C27ED314F522}" type="pres">
      <dgm:prSet presAssocID="{9B9AA99B-9689-4367-B103-5BF72DC9B1C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55D04705-846E-448C-9BCD-97C3ADCD92DA}" type="presOf" srcId="{237792B9-22AE-4C6B-9F9B-AA5A6C39D14B}" destId="{C33B42A8-691E-4300-A8DC-B5D23341F01A}" srcOrd="0" destOrd="0" presId="urn:microsoft.com/office/officeart/2018/2/layout/IconVerticalSolidList"/>
    <dgm:cxn modelId="{F9F59621-E982-4426-A3E6-01C96E90D9D1}" srcId="{8FDB0886-292F-44AC-854B-750D64582871}" destId="{237792B9-22AE-4C6B-9F9B-AA5A6C39D14B}" srcOrd="4" destOrd="0" parTransId="{AD44202E-A939-46BC-BA5E-324452042EBA}" sibTransId="{7E6B485D-6925-4B32-AFFA-57C217D8F8C8}"/>
    <dgm:cxn modelId="{8C255624-1A52-4956-969D-578163380921}" type="presOf" srcId="{5DF44757-E4A8-4B0D-9A86-1949644812F4}" destId="{49361EBA-B677-416C-9A05-006E21C6AA69}" srcOrd="0" destOrd="0" presId="urn:microsoft.com/office/officeart/2018/2/layout/IconVerticalSolidList"/>
    <dgm:cxn modelId="{74A6DA46-0988-4A66-A952-086F7745E321}" type="presOf" srcId="{8FDB0886-292F-44AC-854B-750D64582871}" destId="{1B2C1D22-EE69-4277-A201-8853487C4A30}" srcOrd="0" destOrd="0" presId="urn:microsoft.com/office/officeart/2018/2/layout/IconVerticalSolidList"/>
    <dgm:cxn modelId="{4716B66A-8C4B-41DC-945E-9238C7BC83BD}" srcId="{8FDB0886-292F-44AC-854B-750D64582871}" destId="{9B9AA99B-9689-4367-B103-5BF72DC9B1C8}" srcOrd="6" destOrd="0" parTransId="{8A9F27AD-B6D9-44B4-B42B-392CE6ACAEF3}" sibTransId="{01681013-659A-41E5-AE7A-7A1F5270EF5B}"/>
    <dgm:cxn modelId="{CF4C416F-09D4-4625-8DB9-8F895A570BA9}" srcId="{8FDB0886-292F-44AC-854B-750D64582871}" destId="{6A3BF7C3-034D-4A00-BFD4-5701BBEB8B04}" srcOrd="2" destOrd="0" parTransId="{3DE1E7C9-642E-4DEC-AD87-C37957513B99}" sibTransId="{8C94980F-F379-4DFA-AE25-2AD9BCEA22DE}"/>
    <dgm:cxn modelId="{11E09070-BF9F-40ED-8979-77E77736171C}" srcId="{8FDB0886-292F-44AC-854B-750D64582871}" destId="{D6BCAD8F-63AA-4CD2-AB59-099C7E3C729C}" srcOrd="0" destOrd="0" parTransId="{BADA598E-D9C3-4B88-88F4-52836F467915}" sibTransId="{8E8CB0F4-2CD7-4DA2-A0BB-A6C61778579D}"/>
    <dgm:cxn modelId="{72CFE871-AF2D-4D00-993D-0FA091B62F4C}" srcId="{8FDB0886-292F-44AC-854B-750D64582871}" destId="{37A07D0B-3508-42F6-A5B9-8D3B88522005}" srcOrd="1" destOrd="0" parTransId="{FD2BF2EB-67CA-4D8F-A486-8ACCA10D3819}" sibTransId="{B924C114-DA05-4B05-91C5-7ABDFCEAAEE1}"/>
    <dgm:cxn modelId="{4285D290-5E97-4F2D-B114-25242212F4EA}" type="presOf" srcId="{91817FF6-7E2E-4B64-BE6E-82ED021A7311}" destId="{95B1FD20-A8E8-415C-991D-E009863C752E}" srcOrd="0" destOrd="0" presId="urn:microsoft.com/office/officeart/2018/2/layout/IconVerticalSolidList"/>
    <dgm:cxn modelId="{A1F5E2A2-FAF4-4C5A-B271-6CDD89226684}" srcId="{8FDB0886-292F-44AC-854B-750D64582871}" destId="{91817FF6-7E2E-4B64-BE6E-82ED021A7311}" srcOrd="5" destOrd="0" parTransId="{89A598BE-991F-4EDA-9F68-FE7BB7A16F69}" sibTransId="{99FAE7B8-8743-46BA-9247-0108F2664EA1}"/>
    <dgm:cxn modelId="{9E4D5AA3-86EE-43DC-8991-4C1E09F4124D}" type="presOf" srcId="{D6BCAD8F-63AA-4CD2-AB59-099C7E3C729C}" destId="{AC04EAD7-4EBC-4F3A-8F0F-DDB354AEDD2B}" srcOrd="0" destOrd="0" presId="urn:microsoft.com/office/officeart/2018/2/layout/IconVerticalSolidList"/>
    <dgm:cxn modelId="{5B5987AE-5DB1-4374-9425-B865F1028821}" type="presOf" srcId="{37A07D0B-3508-42F6-A5B9-8D3B88522005}" destId="{C5DAECE9-2613-4838-921E-4164BF1E1EFE}" srcOrd="0" destOrd="0" presId="urn:microsoft.com/office/officeart/2018/2/layout/IconVerticalSolidList"/>
    <dgm:cxn modelId="{60756CC5-D054-431D-B9A2-DCAECCEE1E2E}" type="presOf" srcId="{9B9AA99B-9689-4367-B103-5BF72DC9B1C8}" destId="{9660B707-9E4A-4AB4-A17F-C27ED314F522}" srcOrd="0" destOrd="0" presId="urn:microsoft.com/office/officeart/2018/2/layout/IconVerticalSolidList"/>
    <dgm:cxn modelId="{C253A6E1-31D1-4AD6-B7B3-3AF4D0C5C910}" srcId="{8FDB0886-292F-44AC-854B-750D64582871}" destId="{5DF44757-E4A8-4B0D-9A86-1949644812F4}" srcOrd="3" destOrd="0" parTransId="{39C9382B-E9E4-44BA-AC55-128A50E0EB82}" sibTransId="{2EDBE248-B0CC-47CB-A937-6FB992AA8D1B}"/>
    <dgm:cxn modelId="{9C69E9E9-4003-47E4-B748-06BF9362879E}" type="presOf" srcId="{6A3BF7C3-034D-4A00-BFD4-5701BBEB8B04}" destId="{48C9CB7C-91B2-4126-9347-D5BC89ED2836}" srcOrd="0" destOrd="0" presId="urn:microsoft.com/office/officeart/2018/2/layout/IconVerticalSolidList"/>
    <dgm:cxn modelId="{95F2597A-5E13-4AD0-8C42-59A24FDF0167}" type="presParOf" srcId="{1B2C1D22-EE69-4277-A201-8853487C4A30}" destId="{85370A5C-B80C-49E4-B607-045A1128E9A2}" srcOrd="0" destOrd="0" presId="urn:microsoft.com/office/officeart/2018/2/layout/IconVerticalSolidList"/>
    <dgm:cxn modelId="{B7FCD86B-E982-478B-B1DD-83597AF75EF4}" type="presParOf" srcId="{85370A5C-B80C-49E4-B607-045A1128E9A2}" destId="{14E6579C-3E19-41AE-866B-753BC0F62D93}" srcOrd="0" destOrd="0" presId="urn:microsoft.com/office/officeart/2018/2/layout/IconVerticalSolidList"/>
    <dgm:cxn modelId="{C364EA9F-F0DB-4869-9CCA-381C43033382}" type="presParOf" srcId="{85370A5C-B80C-49E4-B607-045A1128E9A2}" destId="{C8F68A96-47C1-4CFD-8292-1258E3250CAA}" srcOrd="1" destOrd="0" presId="urn:microsoft.com/office/officeart/2018/2/layout/IconVerticalSolidList"/>
    <dgm:cxn modelId="{48EEB83C-3176-4C0E-9200-5BAD1EC71E56}" type="presParOf" srcId="{85370A5C-B80C-49E4-B607-045A1128E9A2}" destId="{FB14D7DA-3F31-49C8-B468-9F86E961400F}" srcOrd="2" destOrd="0" presId="urn:microsoft.com/office/officeart/2018/2/layout/IconVerticalSolidList"/>
    <dgm:cxn modelId="{1A3BC675-3A01-429F-A75F-209753E0709C}" type="presParOf" srcId="{85370A5C-B80C-49E4-B607-045A1128E9A2}" destId="{AC04EAD7-4EBC-4F3A-8F0F-DDB354AEDD2B}" srcOrd="3" destOrd="0" presId="urn:microsoft.com/office/officeart/2018/2/layout/IconVerticalSolidList"/>
    <dgm:cxn modelId="{783F0B59-BF75-4F4C-8814-CFA7D8DD280C}" type="presParOf" srcId="{1B2C1D22-EE69-4277-A201-8853487C4A30}" destId="{BA7ABD63-B038-484D-8007-8309B749ECEB}" srcOrd="1" destOrd="0" presId="urn:microsoft.com/office/officeart/2018/2/layout/IconVerticalSolidList"/>
    <dgm:cxn modelId="{E6FE446D-E37F-45D1-AB6D-9CD6B4939605}" type="presParOf" srcId="{1B2C1D22-EE69-4277-A201-8853487C4A30}" destId="{4BC43810-5360-4DDD-93D7-59A2D60D3A7A}" srcOrd="2" destOrd="0" presId="urn:microsoft.com/office/officeart/2018/2/layout/IconVerticalSolidList"/>
    <dgm:cxn modelId="{ED27B9E4-9292-4E10-A357-5F8A6E5492A6}" type="presParOf" srcId="{4BC43810-5360-4DDD-93D7-59A2D60D3A7A}" destId="{756F0C1B-8BB0-418C-AED3-D3ABC9F21A57}" srcOrd="0" destOrd="0" presId="urn:microsoft.com/office/officeart/2018/2/layout/IconVerticalSolidList"/>
    <dgm:cxn modelId="{738AE332-AF2E-44FE-A256-9C1B4543FC24}" type="presParOf" srcId="{4BC43810-5360-4DDD-93D7-59A2D60D3A7A}" destId="{F78D7037-BAA7-4CF6-938F-4EF2D9774758}" srcOrd="1" destOrd="0" presId="urn:microsoft.com/office/officeart/2018/2/layout/IconVerticalSolidList"/>
    <dgm:cxn modelId="{1C8B9CD0-E863-463C-99E8-D89740548283}" type="presParOf" srcId="{4BC43810-5360-4DDD-93D7-59A2D60D3A7A}" destId="{DC71B258-597B-4A4B-988D-DCF8BFF78E94}" srcOrd="2" destOrd="0" presId="urn:microsoft.com/office/officeart/2018/2/layout/IconVerticalSolidList"/>
    <dgm:cxn modelId="{2D3F0BC5-DA75-41D3-A4FC-ED6D2CC46DAD}" type="presParOf" srcId="{4BC43810-5360-4DDD-93D7-59A2D60D3A7A}" destId="{C5DAECE9-2613-4838-921E-4164BF1E1EFE}" srcOrd="3" destOrd="0" presId="urn:microsoft.com/office/officeart/2018/2/layout/IconVerticalSolidList"/>
    <dgm:cxn modelId="{32F4923B-4A0D-4083-824F-5CF3F9D23E60}" type="presParOf" srcId="{1B2C1D22-EE69-4277-A201-8853487C4A30}" destId="{D9A2C0D3-9F3E-46BF-8F5E-21F0AD315C11}" srcOrd="3" destOrd="0" presId="urn:microsoft.com/office/officeart/2018/2/layout/IconVerticalSolidList"/>
    <dgm:cxn modelId="{065989DB-6162-4C23-991D-BC556328157B}" type="presParOf" srcId="{1B2C1D22-EE69-4277-A201-8853487C4A30}" destId="{C85AF081-350F-42F5-8B6A-5E8A55983093}" srcOrd="4" destOrd="0" presId="urn:microsoft.com/office/officeart/2018/2/layout/IconVerticalSolidList"/>
    <dgm:cxn modelId="{48D05250-FD93-4E12-8CC4-1AE71CF6EAB2}" type="presParOf" srcId="{C85AF081-350F-42F5-8B6A-5E8A55983093}" destId="{5BC95C9D-44D5-46DA-8F61-3F588CA87C51}" srcOrd="0" destOrd="0" presId="urn:microsoft.com/office/officeart/2018/2/layout/IconVerticalSolidList"/>
    <dgm:cxn modelId="{0E3FB387-65F6-4892-AA55-6CEDDF1E1424}" type="presParOf" srcId="{C85AF081-350F-42F5-8B6A-5E8A55983093}" destId="{66E5ED8F-8360-4FDB-9634-0E1D5FE2F66B}" srcOrd="1" destOrd="0" presId="urn:microsoft.com/office/officeart/2018/2/layout/IconVerticalSolidList"/>
    <dgm:cxn modelId="{08EFFF9A-06A5-42C5-B549-1FAB7CEEFCB5}" type="presParOf" srcId="{C85AF081-350F-42F5-8B6A-5E8A55983093}" destId="{3D949ACD-1F5F-4FC3-82E2-030CBFF70C49}" srcOrd="2" destOrd="0" presId="urn:microsoft.com/office/officeart/2018/2/layout/IconVerticalSolidList"/>
    <dgm:cxn modelId="{70AE4DAB-4A7B-4198-A4A4-4A80B045843D}" type="presParOf" srcId="{C85AF081-350F-42F5-8B6A-5E8A55983093}" destId="{48C9CB7C-91B2-4126-9347-D5BC89ED2836}" srcOrd="3" destOrd="0" presId="urn:microsoft.com/office/officeart/2018/2/layout/IconVerticalSolidList"/>
    <dgm:cxn modelId="{89B7D6CF-D010-4E3F-994A-351260ED3F48}" type="presParOf" srcId="{1B2C1D22-EE69-4277-A201-8853487C4A30}" destId="{6D7AD63B-CE31-4C0D-9219-8C37D2F5692E}" srcOrd="5" destOrd="0" presId="urn:microsoft.com/office/officeart/2018/2/layout/IconVerticalSolidList"/>
    <dgm:cxn modelId="{4E81CD6E-1AB4-47D2-8F69-74A8CF04D215}" type="presParOf" srcId="{1B2C1D22-EE69-4277-A201-8853487C4A30}" destId="{7A716C0F-F258-46EA-9390-903205B06056}" srcOrd="6" destOrd="0" presId="urn:microsoft.com/office/officeart/2018/2/layout/IconVerticalSolidList"/>
    <dgm:cxn modelId="{C85FE47D-8C09-41E9-AB07-EAEA8244E0D5}" type="presParOf" srcId="{7A716C0F-F258-46EA-9390-903205B06056}" destId="{237C8F08-8C0C-4449-B9F6-6E949D40C75A}" srcOrd="0" destOrd="0" presId="urn:microsoft.com/office/officeart/2018/2/layout/IconVerticalSolidList"/>
    <dgm:cxn modelId="{5811F2B8-4ECD-4C25-BAA2-3CCC146A5E42}" type="presParOf" srcId="{7A716C0F-F258-46EA-9390-903205B06056}" destId="{A314EBC4-D7A8-4F77-9166-61284BD65D95}" srcOrd="1" destOrd="0" presId="urn:microsoft.com/office/officeart/2018/2/layout/IconVerticalSolidList"/>
    <dgm:cxn modelId="{E0869CF1-698A-48AF-B295-3FD27C218F41}" type="presParOf" srcId="{7A716C0F-F258-46EA-9390-903205B06056}" destId="{4427C3A4-FFDE-4614-A7C3-359513924316}" srcOrd="2" destOrd="0" presId="urn:microsoft.com/office/officeart/2018/2/layout/IconVerticalSolidList"/>
    <dgm:cxn modelId="{E33E61BC-6178-46C1-A94F-09FDD9324E7C}" type="presParOf" srcId="{7A716C0F-F258-46EA-9390-903205B06056}" destId="{49361EBA-B677-416C-9A05-006E21C6AA69}" srcOrd="3" destOrd="0" presId="urn:microsoft.com/office/officeart/2018/2/layout/IconVerticalSolidList"/>
    <dgm:cxn modelId="{EE60D643-7BCB-4033-B1FA-6ABD80CB9890}" type="presParOf" srcId="{1B2C1D22-EE69-4277-A201-8853487C4A30}" destId="{EF22EDA4-7A71-403D-8ED5-3F85BDB0EB03}" srcOrd="7" destOrd="0" presId="urn:microsoft.com/office/officeart/2018/2/layout/IconVerticalSolidList"/>
    <dgm:cxn modelId="{9F0FA0CF-01AE-4902-9481-2BDE24ED3C97}" type="presParOf" srcId="{1B2C1D22-EE69-4277-A201-8853487C4A30}" destId="{8CDF518C-1F0D-4A09-8597-A98F16B08EC3}" srcOrd="8" destOrd="0" presId="urn:microsoft.com/office/officeart/2018/2/layout/IconVerticalSolidList"/>
    <dgm:cxn modelId="{A02E46D4-6E0D-405D-A76B-8FAC4202A97A}" type="presParOf" srcId="{8CDF518C-1F0D-4A09-8597-A98F16B08EC3}" destId="{7AF8E85C-E302-408E-9FD6-F8A5FDCAFF51}" srcOrd="0" destOrd="0" presId="urn:microsoft.com/office/officeart/2018/2/layout/IconVerticalSolidList"/>
    <dgm:cxn modelId="{72B60550-AE8C-4023-A6C3-3EE5883D5D8F}" type="presParOf" srcId="{8CDF518C-1F0D-4A09-8597-A98F16B08EC3}" destId="{C4BF7FC4-A9CA-46A0-B226-DEA231F2348B}" srcOrd="1" destOrd="0" presId="urn:microsoft.com/office/officeart/2018/2/layout/IconVerticalSolidList"/>
    <dgm:cxn modelId="{5B868B69-5370-4D0B-ABA2-4303B8374136}" type="presParOf" srcId="{8CDF518C-1F0D-4A09-8597-A98F16B08EC3}" destId="{202633C6-FDFC-4450-83FC-B446EADFFF5F}" srcOrd="2" destOrd="0" presId="urn:microsoft.com/office/officeart/2018/2/layout/IconVerticalSolidList"/>
    <dgm:cxn modelId="{0BF782DE-F261-4117-A7D0-9FE656F82A5A}" type="presParOf" srcId="{8CDF518C-1F0D-4A09-8597-A98F16B08EC3}" destId="{C33B42A8-691E-4300-A8DC-B5D23341F01A}" srcOrd="3" destOrd="0" presId="urn:microsoft.com/office/officeart/2018/2/layout/IconVerticalSolidList"/>
    <dgm:cxn modelId="{EAB7460D-8319-4A19-9FC8-512E3AF22702}" type="presParOf" srcId="{1B2C1D22-EE69-4277-A201-8853487C4A30}" destId="{5B883B70-65E1-4556-9C41-CB6B7E3CDC01}" srcOrd="9" destOrd="0" presId="urn:microsoft.com/office/officeart/2018/2/layout/IconVerticalSolidList"/>
    <dgm:cxn modelId="{869D850B-BC29-497A-B230-99BA677A98AE}" type="presParOf" srcId="{1B2C1D22-EE69-4277-A201-8853487C4A30}" destId="{E88FA586-B9F4-4976-AD0B-012A9B09C188}" srcOrd="10" destOrd="0" presId="urn:microsoft.com/office/officeart/2018/2/layout/IconVerticalSolidList"/>
    <dgm:cxn modelId="{CACED508-9041-4658-A077-490CEA226F59}" type="presParOf" srcId="{E88FA586-B9F4-4976-AD0B-012A9B09C188}" destId="{F511A0DD-00BC-4FE4-8A42-393B9B047BAB}" srcOrd="0" destOrd="0" presId="urn:microsoft.com/office/officeart/2018/2/layout/IconVerticalSolidList"/>
    <dgm:cxn modelId="{A5E6E6E7-AED2-4116-B8EB-FF9A9C7E0995}" type="presParOf" srcId="{E88FA586-B9F4-4976-AD0B-012A9B09C188}" destId="{007EEF87-C7EC-4FBD-A25B-8AA4F2D3EDB8}" srcOrd="1" destOrd="0" presId="urn:microsoft.com/office/officeart/2018/2/layout/IconVerticalSolidList"/>
    <dgm:cxn modelId="{6659235D-DAD0-4145-851D-A52E46871BA9}" type="presParOf" srcId="{E88FA586-B9F4-4976-AD0B-012A9B09C188}" destId="{6E8762B6-F42D-4707-B5BF-8BF2A631AFF0}" srcOrd="2" destOrd="0" presId="urn:microsoft.com/office/officeart/2018/2/layout/IconVerticalSolidList"/>
    <dgm:cxn modelId="{289FEC70-5A86-4A56-9996-13BF92F6CE9A}" type="presParOf" srcId="{E88FA586-B9F4-4976-AD0B-012A9B09C188}" destId="{95B1FD20-A8E8-415C-991D-E009863C752E}" srcOrd="3" destOrd="0" presId="urn:microsoft.com/office/officeart/2018/2/layout/IconVerticalSolidList"/>
    <dgm:cxn modelId="{B1BFAE92-C4E2-4D7F-AAB2-BB3FAD2D43B3}" type="presParOf" srcId="{1B2C1D22-EE69-4277-A201-8853487C4A30}" destId="{57FA7E9F-28BF-45CF-BCFD-DB77168FB5CA}" srcOrd="11" destOrd="0" presId="urn:microsoft.com/office/officeart/2018/2/layout/IconVerticalSolidList"/>
    <dgm:cxn modelId="{0138241E-F85B-4E9E-ABFF-02AE66CF4DE1}" type="presParOf" srcId="{1B2C1D22-EE69-4277-A201-8853487C4A30}" destId="{B44BACD7-5A33-4BFC-BD0C-C2B404BB24A1}" srcOrd="12" destOrd="0" presId="urn:microsoft.com/office/officeart/2018/2/layout/IconVerticalSolidList"/>
    <dgm:cxn modelId="{7C679D1F-8FAE-474B-9C42-4CA54AA3971E}" type="presParOf" srcId="{B44BACD7-5A33-4BFC-BD0C-C2B404BB24A1}" destId="{9C1DBC89-ADCF-4330-A9CF-98215C0B818F}" srcOrd="0" destOrd="0" presId="urn:microsoft.com/office/officeart/2018/2/layout/IconVerticalSolidList"/>
    <dgm:cxn modelId="{95AFCB1A-40F4-4751-8D99-AA053C519B4A}" type="presParOf" srcId="{B44BACD7-5A33-4BFC-BD0C-C2B404BB24A1}" destId="{80CB58DE-03CC-4EA1-A9B4-BC3E81FC0962}" srcOrd="1" destOrd="0" presId="urn:microsoft.com/office/officeart/2018/2/layout/IconVerticalSolidList"/>
    <dgm:cxn modelId="{D1DE7919-F584-4728-8222-4E7E70951D7D}" type="presParOf" srcId="{B44BACD7-5A33-4BFC-BD0C-C2B404BB24A1}" destId="{2143AF6D-F495-4636-B70C-348640742C2A}" srcOrd="2" destOrd="0" presId="urn:microsoft.com/office/officeart/2018/2/layout/IconVerticalSolidList"/>
    <dgm:cxn modelId="{9D3214DD-E18E-48DD-BD14-39480D4D00B4}" type="presParOf" srcId="{B44BACD7-5A33-4BFC-BD0C-C2B404BB24A1}" destId="{9660B707-9E4A-4AB4-A17F-C27ED314F52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09FA50-2E4A-4EBB-93D1-FD1C9B86FFA9}">
      <dsp:nvSpPr>
        <dsp:cNvPr id="0" name=""/>
        <dsp:cNvSpPr/>
      </dsp:nvSpPr>
      <dsp:spPr>
        <a:xfrm>
          <a:off x="0" y="382"/>
          <a:ext cx="11067288" cy="8943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EA3626-45E4-4E85-A212-06E43AAEC79F}">
      <dsp:nvSpPr>
        <dsp:cNvPr id="0" name=""/>
        <dsp:cNvSpPr/>
      </dsp:nvSpPr>
      <dsp:spPr>
        <a:xfrm>
          <a:off x="270552" y="201619"/>
          <a:ext cx="491913" cy="491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6B0F7-8790-4F16-8FC7-0BA5426B67FA}">
      <dsp:nvSpPr>
        <dsp:cNvPr id="0" name=""/>
        <dsp:cNvSpPr/>
      </dsp:nvSpPr>
      <dsp:spPr>
        <a:xfrm>
          <a:off x="1033017" y="382"/>
          <a:ext cx="10034270" cy="894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656" tIns="94656" rIns="94656" bIns="94656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Ámbito financiero particularidades propias, FinBERT o BloombergGPT</a:t>
          </a:r>
          <a:endParaRPr lang="en-US" sz="2400" kern="1200"/>
        </a:p>
      </dsp:txBody>
      <dsp:txXfrm>
        <a:off x="1033017" y="382"/>
        <a:ext cx="10034270" cy="894387"/>
      </dsp:txXfrm>
    </dsp:sp>
    <dsp:sp modelId="{14DCB071-223E-4CB2-AABA-B86298341860}">
      <dsp:nvSpPr>
        <dsp:cNvPr id="0" name=""/>
        <dsp:cNvSpPr/>
      </dsp:nvSpPr>
      <dsp:spPr>
        <a:xfrm>
          <a:off x="0" y="1118367"/>
          <a:ext cx="11067288" cy="8943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5D5098-B5FB-4E88-8168-4CF30955674C}">
      <dsp:nvSpPr>
        <dsp:cNvPr id="0" name=""/>
        <dsp:cNvSpPr/>
      </dsp:nvSpPr>
      <dsp:spPr>
        <a:xfrm>
          <a:off x="270552" y="1319604"/>
          <a:ext cx="491913" cy="491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C21F44-41CE-47D9-BABA-06058595905F}">
      <dsp:nvSpPr>
        <dsp:cNvPr id="0" name=""/>
        <dsp:cNvSpPr/>
      </dsp:nvSpPr>
      <dsp:spPr>
        <a:xfrm>
          <a:off x="1033017" y="1118367"/>
          <a:ext cx="10034270" cy="894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656" tIns="94656" rIns="94656" bIns="94656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Arquitecturas con agentes: separar tareas y combinar modelos</a:t>
          </a:r>
          <a:endParaRPr lang="en-US" sz="2400" kern="1200"/>
        </a:p>
      </dsp:txBody>
      <dsp:txXfrm>
        <a:off x="1033017" y="1118367"/>
        <a:ext cx="10034270" cy="894387"/>
      </dsp:txXfrm>
    </dsp:sp>
    <dsp:sp modelId="{88547637-DC38-4F9A-A948-CCD737C6F5BF}">
      <dsp:nvSpPr>
        <dsp:cNvPr id="0" name=""/>
        <dsp:cNvSpPr/>
      </dsp:nvSpPr>
      <dsp:spPr>
        <a:xfrm>
          <a:off x="0" y="2236351"/>
          <a:ext cx="11067288" cy="8943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CA0B51-D89C-4B46-94D4-89D456D849EE}">
      <dsp:nvSpPr>
        <dsp:cNvPr id="0" name=""/>
        <dsp:cNvSpPr/>
      </dsp:nvSpPr>
      <dsp:spPr>
        <a:xfrm>
          <a:off x="270552" y="2437589"/>
          <a:ext cx="491913" cy="49191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A8BB1C-7DCE-4985-91DB-CA398B3E0FB3}">
      <dsp:nvSpPr>
        <dsp:cNvPr id="0" name=""/>
        <dsp:cNvSpPr/>
      </dsp:nvSpPr>
      <dsp:spPr>
        <a:xfrm>
          <a:off x="1033017" y="2236351"/>
          <a:ext cx="10034270" cy="8943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4656" tIns="94656" rIns="94656" bIns="94656" numCol="1" spcCol="1270" anchor="ctr" anchorCtr="0">
          <a:noAutofit/>
        </a:bodyPr>
        <a:lstStyle/>
        <a:p>
          <a:pPr marL="0" lvl="0" indent="0" algn="l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400" kern="1200"/>
            <a:t>Generación de código permite apoyar respuesta en cálculos observables</a:t>
          </a:r>
          <a:endParaRPr lang="en-US" sz="2400" kern="1200"/>
        </a:p>
      </dsp:txBody>
      <dsp:txXfrm>
        <a:off x="1033017" y="2236351"/>
        <a:ext cx="10034270" cy="8943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E6579C-3E19-41AE-866B-753BC0F62D93}">
      <dsp:nvSpPr>
        <dsp:cNvPr id="0" name=""/>
        <dsp:cNvSpPr/>
      </dsp:nvSpPr>
      <dsp:spPr>
        <a:xfrm>
          <a:off x="0" y="42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F68A96-47C1-4CFD-8292-1258E3250CAA}">
      <dsp:nvSpPr>
        <dsp:cNvPr id="0" name=""/>
        <dsp:cNvSpPr/>
      </dsp:nvSpPr>
      <dsp:spPr>
        <a:xfrm>
          <a:off x="175158" y="13070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04EAD7-4EBC-4F3A-8F0F-DDB354AEDD2B}">
      <dsp:nvSpPr>
        <dsp:cNvPr id="0" name=""/>
        <dsp:cNvSpPr/>
      </dsp:nvSpPr>
      <dsp:spPr>
        <a:xfrm>
          <a:off x="668786" y="42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1. Consulta</a:t>
          </a:r>
          <a:endParaRPr lang="en-US" sz="1600" kern="1200" dirty="0"/>
        </a:p>
      </dsp:txBody>
      <dsp:txXfrm>
        <a:off x="668786" y="420"/>
        <a:ext cx="10462509" cy="579035"/>
      </dsp:txXfrm>
    </dsp:sp>
    <dsp:sp modelId="{756F0C1B-8BB0-418C-AED3-D3ABC9F21A57}">
      <dsp:nvSpPr>
        <dsp:cNvPr id="0" name=""/>
        <dsp:cNvSpPr/>
      </dsp:nvSpPr>
      <dsp:spPr>
        <a:xfrm>
          <a:off x="0" y="724215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D7037-BAA7-4CF6-938F-4EF2D9774758}">
      <dsp:nvSpPr>
        <dsp:cNvPr id="0" name=""/>
        <dsp:cNvSpPr/>
      </dsp:nvSpPr>
      <dsp:spPr>
        <a:xfrm>
          <a:off x="175158" y="854498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DAECE9-2613-4838-921E-4164BF1E1EFE}">
      <dsp:nvSpPr>
        <dsp:cNvPr id="0" name=""/>
        <dsp:cNvSpPr/>
      </dsp:nvSpPr>
      <dsp:spPr>
        <a:xfrm>
          <a:off x="668786" y="724215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2. Validación</a:t>
          </a:r>
          <a:endParaRPr lang="en-US" sz="1600" kern="1200" dirty="0"/>
        </a:p>
      </dsp:txBody>
      <dsp:txXfrm>
        <a:off x="668786" y="724215"/>
        <a:ext cx="10462509" cy="579035"/>
      </dsp:txXfrm>
    </dsp:sp>
    <dsp:sp modelId="{5BC95C9D-44D5-46DA-8F61-3F588CA87C51}">
      <dsp:nvSpPr>
        <dsp:cNvPr id="0" name=""/>
        <dsp:cNvSpPr/>
      </dsp:nvSpPr>
      <dsp:spPr>
        <a:xfrm>
          <a:off x="0" y="144801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E5ED8F-8360-4FDB-9634-0E1D5FE2F66B}">
      <dsp:nvSpPr>
        <dsp:cNvPr id="0" name=""/>
        <dsp:cNvSpPr/>
      </dsp:nvSpPr>
      <dsp:spPr>
        <a:xfrm>
          <a:off x="175158" y="157829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9CB7C-91B2-4126-9347-D5BC89ED2836}">
      <dsp:nvSpPr>
        <dsp:cNvPr id="0" name=""/>
        <dsp:cNvSpPr/>
      </dsp:nvSpPr>
      <dsp:spPr>
        <a:xfrm>
          <a:off x="668786" y="144801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3. Resolucion de datos</a:t>
          </a:r>
          <a:endParaRPr lang="en-US" sz="1600" kern="1200"/>
        </a:p>
      </dsp:txBody>
      <dsp:txXfrm>
        <a:off x="668786" y="1448010"/>
        <a:ext cx="10462509" cy="579035"/>
      </dsp:txXfrm>
    </dsp:sp>
    <dsp:sp modelId="{237C8F08-8C0C-4449-B9F6-6E949D40C75A}">
      <dsp:nvSpPr>
        <dsp:cNvPr id="0" name=""/>
        <dsp:cNvSpPr/>
      </dsp:nvSpPr>
      <dsp:spPr>
        <a:xfrm>
          <a:off x="0" y="2171805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14EBC4-D7A8-4F77-9166-61284BD65D95}">
      <dsp:nvSpPr>
        <dsp:cNvPr id="0" name=""/>
        <dsp:cNvSpPr/>
      </dsp:nvSpPr>
      <dsp:spPr>
        <a:xfrm>
          <a:off x="175158" y="2302088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361EBA-B677-416C-9A05-006E21C6AA69}">
      <dsp:nvSpPr>
        <dsp:cNvPr id="0" name=""/>
        <dsp:cNvSpPr/>
      </dsp:nvSpPr>
      <dsp:spPr>
        <a:xfrm>
          <a:off x="668786" y="2171805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4. Planificacion analítica</a:t>
          </a:r>
          <a:endParaRPr lang="en-US" sz="1600" kern="1200"/>
        </a:p>
      </dsp:txBody>
      <dsp:txXfrm>
        <a:off x="668786" y="2171805"/>
        <a:ext cx="10462509" cy="579035"/>
      </dsp:txXfrm>
    </dsp:sp>
    <dsp:sp modelId="{7AF8E85C-E302-408E-9FD6-F8A5FDCAFF51}">
      <dsp:nvSpPr>
        <dsp:cNvPr id="0" name=""/>
        <dsp:cNvSpPr/>
      </dsp:nvSpPr>
      <dsp:spPr>
        <a:xfrm>
          <a:off x="0" y="289560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BF7FC4-A9CA-46A0-B226-DEA231F2348B}">
      <dsp:nvSpPr>
        <dsp:cNvPr id="0" name=""/>
        <dsp:cNvSpPr/>
      </dsp:nvSpPr>
      <dsp:spPr>
        <a:xfrm>
          <a:off x="175158" y="302588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3B42A8-691E-4300-A8DC-B5D23341F01A}">
      <dsp:nvSpPr>
        <dsp:cNvPr id="0" name=""/>
        <dsp:cNvSpPr/>
      </dsp:nvSpPr>
      <dsp:spPr>
        <a:xfrm>
          <a:off x="668786" y="289560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5. Generacion de código</a:t>
          </a:r>
          <a:endParaRPr lang="en-US" sz="1600" kern="1200"/>
        </a:p>
      </dsp:txBody>
      <dsp:txXfrm>
        <a:off x="668786" y="2895600"/>
        <a:ext cx="10462509" cy="579035"/>
      </dsp:txXfrm>
    </dsp:sp>
    <dsp:sp modelId="{F511A0DD-00BC-4FE4-8A42-393B9B047BAB}">
      <dsp:nvSpPr>
        <dsp:cNvPr id="0" name=""/>
        <dsp:cNvSpPr/>
      </dsp:nvSpPr>
      <dsp:spPr>
        <a:xfrm>
          <a:off x="0" y="3619395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7EEF87-C7EC-4FBD-A25B-8AA4F2D3EDB8}">
      <dsp:nvSpPr>
        <dsp:cNvPr id="0" name=""/>
        <dsp:cNvSpPr/>
      </dsp:nvSpPr>
      <dsp:spPr>
        <a:xfrm>
          <a:off x="175158" y="3749678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B1FD20-A8E8-415C-991D-E009863C752E}">
      <dsp:nvSpPr>
        <dsp:cNvPr id="0" name=""/>
        <dsp:cNvSpPr/>
      </dsp:nvSpPr>
      <dsp:spPr>
        <a:xfrm>
          <a:off x="668786" y="3619395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/>
            <a:t>6. Ejecuta</a:t>
          </a:r>
          <a:endParaRPr lang="en-US" sz="1600" kern="1200"/>
        </a:p>
      </dsp:txBody>
      <dsp:txXfrm>
        <a:off x="668786" y="3619395"/>
        <a:ext cx="10462509" cy="579035"/>
      </dsp:txXfrm>
    </dsp:sp>
    <dsp:sp modelId="{9C1DBC89-ADCF-4330-A9CF-98215C0B818F}">
      <dsp:nvSpPr>
        <dsp:cNvPr id="0" name=""/>
        <dsp:cNvSpPr/>
      </dsp:nvSpPr>
      <dsp:spPr>
        <a:xfrm>
          <a:off x="0" y="4343190"/>
          <a:ext cx="11131296" cy="579035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CB58DE-03CC-4EA1-A9B4-BC3E81FC0962}">
      <dsp:nvSpPr>
        <dsp:cNvPr id="0" name=""/>
        <dsp:cNvSpPr/>
      </dsp:nvSpPr>
      <dsp:spPr>
        <a:xfrm>
          <a:off x="175158" y="4473473"/>
          <a:ext cx="318469" cy="3184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60B707-9E4A-4AB4-A17F-C27ED314F522}">
      <dsp:nvSpPr>
        <dsp:cNvPr id="0" name=""/>
        <dsp:cNvSpPr/>
      </dsp:nvSpPr>
      <dsp:spPr>
        <a:xfrm>
          <a:off x="668786" y="4343190"/>
          <a:ext cx="10462509" cy="5790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81" tIns="61281" rIns="61281" bIns="6128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kern="1200" dirty="0"/>
            <a:t>7. Interpretación de consulta</a:t>
          </a:r>
          <a:endParaRPr lang="en-US" sz="1600" kern="1200" dirty="0"/>
        </a:p>
      </dsp:txBody>
      <dsp:txXfrm>
        <a:off x="668786" y="4343190"/>
        <a:ext cx="10462509" cy="5790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86E45A-C90F-4ED4-8B48-9EEDA5495BF8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0CDC1-5226-42ED-AD23-9F291531DA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54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6007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6435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28230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Solo presentar el mapa general. En la siguiente se entra en detalle.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26671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Esta es la slide central. Explicar con calma las fases y remarcar la idea de control del flujo.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88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9687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09570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6934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400">
                <a:solidFill>
                  <a:srgbClr val="2B2B2B"/>
                </a:solidFill>
                <a:latin typeface="Aptos" panose="020B0004020202020204" pitchFamily="34" charset="0"/>
              </a:rPr>
              <a:t>Cerrar el ejemplo con la idea de explicabilidad.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1869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676133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9273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0637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sz="1400" dirty="0">
              <a:solidFill>
                <a:srgbClr val="2B2B2B"/>
              </a:solidFill>
              <a:latin typeface="Aptos" panose="020B0004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20CDC1-5226-42ED-AD23-9F291531DA5C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86043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6DD7C9-FF52-61B0-6003-466383E2E4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41A4AE0-48D9-12D8-FB68-9701129DBB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1E21CE-5C32-CAD0-21D5-DF324A89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9052559-2FAB-A5F8-22ED-353669969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74754D-B0C2-9031-0A3A-C3D694C7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8783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2D1CFE-A99E-6BBE-D4FB-767BD6A64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18B310-C02A-4B68-1C9F-2444D0AC3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B37FA4-BABF-B27C-1723-31449BB52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6083DA9-7D89-4414-75E7-D5A66B0C8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F3A9A1-DBED-4F96-5367-C3EAB0083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2544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47F94-7AED-0A07-27C9-3B253B58B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366B54C-F7F1-53E8-FC7D-9FDB4A1F6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E67508-55BB-8DD3-1C1C-34CD17343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76B592-00AE-B83A-A6F7-D520D8C08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51FFC5-0CFE-8551-7D61-1760A6B3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9955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08EBC8-614E-628B-00EB-5E2C2876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45EB5F-0D7C-2793-B6E1-D229E57EBB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F72B334-8678-3AB5-1EC9-DD1DB5688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BCAE73-6C4A-DBDF-3C79-79973039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EE5CC15-43A3-3DC1-055F-7C8894ACB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2FEE3C8-F3B7-4611-8DFB-A5C7B91C4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8497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82F9E7-CEE9-D1F3-B64A-A05840C25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392B04D-8614-271D-D491-61ED22BFC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2E26EAC-B782-5773-2DCC-52D441924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1FDBE79-F0EC-A880-3F13-7F0AB79EFF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6F408BD-0E76-6DAE-B517-DE53025A06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90157A1-5752-49F8-AD19-F79DD9239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E43C2CB-7F01-DF8C-46EA-EF7068334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6B456A79-C4A8-0E4C-8945-5B1E2406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0594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135BF-3B61-5B19-70B4-6D2A33220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C73AB9F-4268-E27E-4A03-0BA8AFCE8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1921254-C69A-C580-E444-C102D2C6E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5F019A7-62A1-E762-3A36-1AA6A9962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0404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0A4CE4E-BE28-BF43-9269-FFBA9C1AC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CE7FC98-AE63-26DA-DD87-77170AFA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7A7A66-89C7-219F-9B29-DC1F40CCE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00894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E551-E2A8-6349-505E-104C33B4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291CCB-37BD-2BBF-F790-919E470732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A7503BF-0E2B-8946-D655-45DE8AD8F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8954026-B1C4-5E4F-C29D-C66E4F039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763EBFC-9723-F0D0-309A-9B66E6C2B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F47B2-9B1B-08F8-67B8-31345F47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846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D30BCF-9B7F-46C9-BE8E-A8714109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0DA1063-0FC3-CCFD-F605-132B2A360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CB5CEF-43B9-4E62-1F08-FF1E6E9A22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277A0C-CAD4-5F63-9D8A-5FA80C8A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03E139-882F-58E5-9C69-EE71FF1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F3AB3-07C2-A18E-15F7-EF26EB6A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75575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2C42E-1D59-CEF9-A739-CA1D17C9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798BE74-70A9-7FDB-36EB-DBB6722C5B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A1E950-4A68-C399-5DB1-783004BD5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9C1D4A-B093-65F2-767F-241371DED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4F6EE2-BB7B-B201-C19B-6DF9EEA8C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3835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36EDA56-0E5D-E02A-E378-F1E496DD0F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0BDCB39-0991-1FE3-F90C-627C01428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9C8EA0A-557E-AEC3-FB09-D2F5EE279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61745A-ECF6-5C9E-F083-BB48DD41B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68CF17-988A-AF55-F7D5-5276BE4ED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968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530D25E-74C5-4A8C-B6D2-56081FA68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6954C6E-2A45-B8B9-3823-50965AE8F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D7DF13-87AB-49EA-53B8-AD5D1419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C7751C-6D08-4291-8D2B-3017B01D7C95}" type="datetimeFigureOut">
              <a:rPr lang="es-ES" smtClean="0"/>
              <a:t>26/06/2026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F1563A-2D6A-B508-397B-BBFD951BD8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2C95E6F-0840-A58B-C7B3-61DA6A1C2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E15CBD-9648-4C6A-802F-48231A88C6F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5822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CB26568C-2094-2C66-8C00-B61728A71912}"/>
              </a:ext>
            </a:extLst>
          </p:cNvPr>
          <p:cNvSpPr/>
          <p:nvPr/>
        </p:nvSpPr>
        <p:spPr>
          <a:xfrm>
            <a:off x="9182100" y="660400"/>
            <a:ext cx="2095500" cy="2095500"/>
          </a:xfrm>
          <a:prstGeom prst="ellipse">
            <a:avLst/>
          </a:prstGeom>
          <a:solidFill>
            <a:srgbClr val="F6EE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9A981AD5-6F6D-6935-FFB0-76E7DCBCB51B}"/>
              </a:ext>
            </a:extLst>
          </p:cNvPr>
          <p:cNvSpPr/>
          <p:nvPr/>
        </p:nvSpPr>
        <p:spPr>
          <a:xfrm>
            <a:off x="10058400" y="2311400"/>
            <a:ext cx="1041400" cy="1041400"/>
          </a:xfrm>
          <a:prstGeom prst="ellipse">
            <a:avLst/>
          </a:prstGeom>
          <a:solidFill>
            <a:srgbClr val="C8E7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5516D95-74B8-1C02-850F-976C26A7C329}"/>
              </a:ext>
            </a:extLst>
          </p:cNvPr>
          <p:cNvSpPr txBox="1"/>
          <p:nvPr/>
        </p:nvSpPr>
        <p:spPr>
          <a:xfrm>
            <a:off x="812800" y="923320"/>
            <a:ext cx="7366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3200" dirty="0"/>
              <a:t>Sistema LLM para análisis financiero histórico mediante generación  automática de código</a:t>
            </a:r>
            <a:endParaRPr lang="es-ES" sz="3000" b="1" dirty="0">
              <a:solidFill>
                <a:srgbClr val="4D3217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802DB3-16F7-4363-818A-C92CBF46AB8D}"/>
              </a:ext>
            </a:extLst>
          </p:cNvPr>
          <p:cNvSpPr txBox="1"/>
          <p:nvPr/>
        </p:nvSpPr>
        <p:spPr>
          <a:xfrm>
            <a:off x="812800" y="2518718"/>
            <a:ext cx="6604000" cy="3847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900" dirty="0">
                <a:solidFill>
                  <a:srgbClr val="7E6B5A"/>
                </a:solidFill>
                <a:latin typeface="Aptos" panose="020B0004020202020204" pitchFamily="34" charset="0"/>
              </a:rPr>
              <a:t>Master de Formación Permanente de Deep </a:t>
            </a:r>
            <a:r>
              <a:rPr lang="es-ES" sz="1900" dirty="0" err="1">
                <a:solidFill>
                  <a:srgbClr val="7E6B5A"/>
                </a:solidFill>
                <a:latin typeface="Aptos" panose="020B0004020202020204" pitchFamily="34" charset="0"/>
              </a:rPr>
              <a:t>Learning</a:t>
            </a:r>
            <a:endParaRPr lang="es-ES" sz="1900" dirty="0">
              <a:solidFill>
                <a:srgbClr val="7E6B5A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1418493-440D-25A8-1FFC-75BBFEEC267F}"/>
              </a:ext>
            </a:extLst>
          </p:cNvPr>
          <p:cNvSpPr/>
          <p:nvPr/>
        </p:nvSpPr>
        <p:spPr>
          <a:xfrm>
            <a:off x="812800" y="3648456"/>
            <a:ext cx="2959100" cy="914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Autor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Carlos Ruiz Oyarzun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A0C966B-FF3D-E956-5CDA-2A5477C6A35B}"/>
              </a:ext>
            </a:extLst>
          </p:cNvPr>
          <p:cNvSpPr/>
          <p:nvPr/>
        </p:nvSpPr>
        <p:spPr>
          <a:xfrm>
            <a:off x="4114800" y="3648456"/>
            <a:ext cx="2959100" cy="914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Tutores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Adrián Girón Jiménez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Alejandro Delgado Peribáñez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AC26B47-52A8-999E-CEB3-2D3E8A88A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5759" y="4562856"/>
            <a:ext cx="4032001" cy="18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55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0F4C12F-5F47-3D27-2F56-EB42D80334CB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D7685C-ECB0-3C2A-AE8F-7CF44B474E4F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Idea y motivación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E1814A-3F04-7951-8A9C-21F381B3FDC9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64E297B-3DB6-92CD-C8D1-9616DE5AB7EB}"/>
              </a:ext>
            </a:extLst>
          </p:cNvPr>
          <p:cNvSpPr/>
          <p:nvPr/>
        </p:nvSpPr>
        <p:spPr>
          <a:xfrm>
            <a:off x="736600" y="1600200"/>
            <a:ext cx="4953000" cy="16002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Pregunta de partida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Si un LLM ya puede interpretar consultas y generar código, ¿puede ayudar a explicar mejor qué muestran los datos históricos de bolsa?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A2911F1-8654-8A82-95CC-229380F00530}"/>
              </a:ext>
            </a:extLst>
          </p:cNvPr>
          <p:cNvSpPr/>
          <p:nvPr/>
        </p:nvSpPr>
        <p:spPr>
          <a:xfrm>
            <a:off x="6121400" y="1600200"/>
            <a:ext cx="4953000" cy="16002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Lo que querí­a evitar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Una respuesta de caja negra que no deje claros ni los datos usados ni los cálculos realizados.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D7CB835-2BC7-C93C-66D4-06F13A5414F1}"/>
              </a:ext>
            </a:extLst>
          </p:cNvPr>
          <p:cNvSpPr txBox="1"/>
          <p:nvPr/>
        </p:nvSpPr>
        <p:spPr>
          <a:xfrm>
            <a:off x="762000" y="3860800"/>
            <a:ext cx="10312400" cy="101566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dirty="0">
                <a:solidFill>
                  <a:srgbClr val="2B2B2B"/>
                </a:solidFill>
                <a:latin typeface="Aptos" panose="020B0004020202020204" pitchFamily="34" charset="0"/>
              </a:rPr>
              <a:t>La idea no era construir un asesor financiero ni un sistema de predicción, sino una herramienta de apoyo que ayudara a interpretar datos históricos de forma más explicativa, trazable y controlada.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4B16032-AD19-C151-DA3B-FF3E90E95B87}"/>
              </a:ext>
            </a:extLst>
          </p:cNvPr>
          <p:cNvSpPr txBox="1"/>
          <p:nvPr/>
        </p:nvSpPr>
        <p:spPr>
          <a:xfrm>
            <a:off x="1041400" y="5130800"/>
            <a:ext cx="9652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+mj-lt"/>
              <a:buChar char="•"/>
            </a:pPr>
            <a:r>
              <a:rPr lang="es-ES" dirty="0">
                <a:solidFill>
                  <a:srgbClr val="2B2B2B"/>
                </a:solidFill>
                <a:latin typeface="Aptos" panose="020B0004020202020204" pitchFamily="34" charset="0"/>
              </a:rPr>
              <a:t>Explicación final legible para el usuario.</a:t>
            </a:r>
          </a:p>
        </p:txBody>
      </p:sp>
    </p:spTree>
    <p:extLst>
      <p:ext uri="{BB962C8B-B14F-4D97-AF65-F5344CB8AC3E}">
        <p14:creationId xmlns:p14="http://schemas.microsoft.com/office/powerpoint/2010/main" val="3479026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93F84DC-AF82-04D6-AA3C-4D590AAFE55A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AAF1CF1-8D88-7DD6-75D0-0F70ED53DC4A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Estado del arte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17ECC4A-6ECC-370C-FCEF-0CBCFCE6E142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aphicFrame>
        <p:nvGraphicFramePr>
          <p:cNvPr id="14" name="Marcador de contenido 9">
            <a:extLst>
              <a:ext uri="{FF2B5EF4-FFF2-40B4-BE49-F238E27FC236}">
                <a16:creationId xmlns:a16="http://schemas.microsoft.com/office/drawing/2014/main" id="{9B32EB19-1012-EA74-5EF5-CCC2034D44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55320" y="1465262"/>
          <a:ext cx="11067288" cy="31311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9D04697A-7AAD-8591-BC18-8A4F009150A8}"/>
              </a:ext>
            </a:extLst>
          </p:cNvPr>
          <p:cNvSpPr txBox="1"/>
          <p:nvPr/>
        </p:nvSpPr>
        <p:spPr>
          <a:xfrm>
            <a:off x="584200" y="5106626"/>
            <a:ext cx="111384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>
                <a:solidFill>
                  <a:srgbClr val="4D3217"/>
                </a:solidFill>
                <a:latin typeface="Aptos Display" panose="020B0004020202020204" pitchFamily="34" charset="0"/>
              </a:rPr>
              <a:t>La propuesta: usar un modelo generalista dentro de un flujo fijo, con validaciones, ejecución controlada y trazabilidad.</a:t>
            </a:r>
          </a:p>
        </p:txBody>
      </p:sp>
    </p:spTree>
    <p:extLst>
      <p:ext uri="{BB962C8B-B14F-4D97-AF65-F5344CB8AC3E}">
        <p14:creationId xmlns:p14="http://schemas.microsoft.com/office/powerpoint/2010/main" val="338672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F035C9A-5A7B-07D3-5698-9D927B27CADD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54F73BF-789D-B957-24B5-8108AE95FBA2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Visión general del sistema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1301823-1ADB-7004-6611-0D31488A422C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aphicFrame>
        <p:nvGraphicFramePr>
          <p:cNvPr id="14" name="Marcador de contenido 11">
            <a:extLst>
              <a:ext uri="{FF2B5EF4-FFF2-40B4-BE49-F238E27FC236}">
                <a16:creationId xmlns:a16="http://schemas.microsoft.com/office/drawing/2014/main" id="{10D7A18A-D50A-F0CA-AB1A-531D065765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7303774"/>
              </p:ext>
            </p:extLst>
          </p:nvPr>
        </p:nvGraphicFramePr>
        <p:xfrm>
          <a:off x="673608" y="1350136"/>
          <a:ext cx="11131296" cy="4922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77723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B51DDD71-8C0F-5B3D-9D84-3B185B150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376" y="555383"/>
            <a:ext cx="9877552" cy="5956489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7FE67781-D24A-710D-6A21-7F564EA1FCB5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C0AF20-CB19-C3BD-9331-C83409F4F235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Diagrama del Flujo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CC0481-5D6B-4CD1-F040-0CCE7D2BCF1D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1981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0031494-A08B-C904-45FA-D9DD0A5D1662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E686357-FB5B-6021-1FA6-37F2603999E1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Ejecución de un ejemplo completo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5AAFE9B-A2D3-25BD-605C-39E679BA1935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1E666A-3E8A-04AE-7731-1198B41D2513}"/>
              </a:ext>
            </a:extLst>
          </p:cNvPr>
          <p:cNvSpPr/>
          <p:nvPr/>
        </p:nvSpPr>
        <p:spPr>
          <a:xfrm>
            <a:off x="3093720" y="1696710"/>
            <a:ext cx="6004560" cy="173229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2400" b="1" dirty="0">
                <a:solidFill>
                  <a:srgbClr val="4D3217"/>
                </a:solidFill>
                <a:latin typeface="Aptos Display" panose="020B0004020202020204" pitchFamily="34" charset="0"/>
              </a:rPr>
              <a:t>Consulta elegida</a:t>
            </a:r>
          </a:p>
          <a:p>
            <a:pPr algn="ctr"/>
            <a:r>
              <a:rPr lang="es-ES" dirty="0">
                <a:solidFill>
                  <a:srgbClr val="2B2B2B"/>
                </a:solidFill>
                <a:latin typeface="Aptos" panose="020B0004020202020204" pitchFamily="34" charset="0"/>
              </a:rPr>
              <a:t>Analiza AAPL en 3 meses y explica qué se puede concluir solo con estos datos históricos.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1385A51-F993-12BF-1F36-27BB367D9780}"/>
              </a:ext>
            </a:extLst>
          </p:cNvPr>
          <p:cNvSpPr/>
          <p:nvPr/>
        </p:nvSpPr>
        <p:spPr>
          <a:xfrm>
            <a:off x="948944" y="4170690"/>
            <a:ext cx="3175000" cy="13208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Agente 1 en fase de datos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BC16D69-3F09-10BF-5875-5ED41645CB8D}"/>
              </a:ext>
            </a:extLst>
          </p:cNvPr>
          <p:cNvSpPr/>
          <p:nvPr/>
        </p:nvSpPr>
        <p:spPr>
          <a:xfrm>
            <a:off x="4457700" y="4170690"/>
            <a:ext cx="3175000" cy="1320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>
              <a:spcAft>
                <a:spcPts val="800"/>
              </a:spcAft>
            </a:pPr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Agente 3 en fase de código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05D2F16-8A7C-6117-1236-BEB4AB1D9442}"/>
              </a:ext>
            </a:extLst>
          </p:cNvPr>
          <p:cNvSpPr/>
          <p:nvPr/>
        </p:nvSpPr>
        <p:spPr>
          <a:xfrm>
            <a:off x="8060944" y="4170690"/>
            <a:ext cx="3175000" cy="13208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>
              <a:spcAft>
                <a:spcPts val="800"/>
              </a:spcAft>
            </a:pPr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Agente 5 produce como respuesta final</a:t>
            </a:r>
          </a:p>
        </p:txBody>
      </p:sp>
    </p:spTree>
    <p:extLst>
      <p:ext uri="{BB962C8B-B14F-4D97-AF65-F5344CB8AC3E}">
        <p14:creationId xmlns:p14="http://schemas.microsoft.com/office/powerpoint/2010/main" val="1744643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00A1E72-9D7A-557C-B76F-CB8F1D2E0B87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6DEFD20-38FA-D848-50A3-FF7E93D1D6DE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Ejemplo completo: Agente 1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4CE5964-0DA7-169E-8F53-154FFF6FDA61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83782EA-9B32-5EB1-2D73-AB873E423284}"/>
              </a:ext>
            </a:extLst>
          </p:cNvPr>
          <p:cNvSpPr/>
          <p:nvPr/>
        </p:nvSpPr>
        <p:spPr>
          <a:xfrm>
            <a:off x="685800" y="1625600"/>
            <a:ext cx="5943600" cy="27940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65D44FC-DCF4-15B5-30A6-A6B4D7469199}"/>
              </a:ext>
            </a:extLst>
          </p:cNvPr>
          <p:cNvSpPr/>
          <p:nvPr/>
        </p:nvSpPr>
        <p:spPr>
          <a:xfrm>
            <a:off x="685800" y="1625600"/>
            <a:ext cx="5943600" cy="355600"/>
          </a:xfrm>
          <a:prstGeom prst="rect">
            <a:avLst/>
          </a:prstGeom>
          <a:solidFill>
            <a:srgbClr val="F5E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>
                <a:solidFill>
                  <a:srgbClr val="4D3217"/>
                </a:solidFill>
                <a:latin typeface="Aptos" panose="020B0004020202020204" pitchFamily="34" charset="0"/>
              </a:rPr>
              <a:t>  Salida estructurada del Agente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052E7AA-A7A3-DB7C-A090-9C1161B79F87}"/>
              </a:ext>
            </a:extLst>
          </p:cNvPr>
          <p:cNvSpPr txBox="1"/>
          <p:nvPr/>
        </p:nvSpPr>
        <p:spPr>
          <a:xfrm>
            <a:off x="838200" y="2108200"/>
            <a:ext cx="5638800" cy="209288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300">
                <a:solidFill>
                  <a:srgbClr val="34271B"/>
                </a:solidFill>
                <a:latin typeface="Consolas" panose="020B0609020204030204" pitchFamily="49" charset="0"/>
              </a:rPr>
              <a:t>{
  "provider": "yfinance",
  "instruments": [{"ticker": "AAPL"}],
  "interval": "1d",
  "period": "3mo",
  "required_fields": [
    "Open", "High", "Low",
    "Close", "Adj Close", "Volume"
  ]
}</a:t>
            </a:r>
            <a:endParaRPr lang="es-ES" sz="1300">
              <a:solidFill>
                <a:srgbClr val="34271B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C84D17A-6BF0-E201-A34F-5C2CAEFA37D6}"/>
              </a:ext>
            </a:extLst>
          </p:cNvPr>
          <p:cNvSpPr/>
          <p:nvPr/>
        </p:nvSpPr>
        <p:spPr>
          <a:xfrm>
            <a:off x="7112000" y="1676400"/>
            <a:ext cx="3937000" cy="1168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hace este agente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Convierte la consulta en un contrato de datos formal y validable.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136FBA1-D261-8D4F-167D-5438AB8F2793}"/>
              </a:ext>
            </a:extLst>
          </p:cNvPr>
          <p:cNvSpPr/>
          <p:nvPr/>
        </p:nvSpPr>
        <p:spPr>
          <a:xfrm>
            <a:off x="7112000" y="3048000"/>
            <a:ext cx="3937000" cy="13716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Por qué importa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Antes de analizar nada, fija </a:t>
            </a:r>
            <a:r>
              <a:rPr lang="es-ES" sz="1500" dirty="0" err="1">
                <a:solidFill>
                  <a:srgbClr val="2B2B2B"/>
                </a:solidFill>
                <a:latin typeface="Aptos" panose="020B0004020202020204" pitchFamily="34" charset="0"/>
              </a:rPr>
              <a:t>ticker</a:t>
            </a:r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, proveedor, contexto temporal y campos necesarios.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59C666D-11E7-A82A-3FEA-3AAE98EB2781}"/>
              </a:ext>
            </a:extLst>
          </p:cNvPr>
          <p:cNvSpPr txBox="1"/>
          <p:nvPr/>
        </p:nvSpPr>
        <p:spPr>
          <a:xfrm>
            <a:off x="685800" y="5051455"/>
            <a:ext cx="103124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b="1" dirty="0">
                <a:solidFill>
                  <a:srgbClr val="4D3217"/>
                </a:solidFill>
                <a:latin typeface="Aptos" panose="020B0004020202020204" pitchFamily="34" charset="0"/>
              </a:rPr>
              <a:t>La consulta deja de ser texto libre y pasa a ser una petición de datos estructurada.</a:t>
            </a:r>
          </a:p>
        </p:txBody>
      </p:sp>
    </p:spTree>
    <p:extLst>
      <p:ext uri="{BB962C8B-B14F-4D97-AF65-F5344CB8AC3E}">
        <p14:creationId xmlns:p14="http://schemas.microsoft.com/office/powerpoint/2010/main" val="3041982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CF7888F-0039-B2AD-B48C-D5BB1955F8C0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6D2645E-5FBF-72C8-D037-A043ADA25B7B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Ejemplo completo: Agente 3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7C19248-CD37-A3D1-CB99-0A838FCC5021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3C20BCB-2AD5-75FD-98EB-C7E658292769}"/>
              </a:ext>
            </a:extLst>
          </p:cNvPr>
          <p:cNvSpPr/>
          <p:nvPr/>
        </p:nvSpPr>
        <p:spPr>
          <a:xfrm>
            <a:off x="685800" y="1549400"/>
            <a:ext cx="6477000" cy="3276600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65AEB4C-A709-201E-31DD-4E137527418D}"/>
              </a:ext>
            </a:extLst>
          </p:cNvPr>
          <p:cNvSpPr/>
          <p:nvPr/>
        </p:nvSpPr>
        <p:spPr>
          <a:xfrm>
            <a:off x="685800" y="1549400"/>
            <a:ext cx="6477000" cy="355600"/>
          </a:xfrm>
          <a:prstGeom prst="rect">
            <a:avLst/>
          </a:prstGeom>
          <a:solidFill>
            <a:srgbClr val="F5E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>
                <a:solidFill>
                  <a:srgbClr val="4D3217"/>
                </a:solidFill>
                <a:latin typeface="Aptos" panose="020B0004020202020204" pitchFamily="34" charset="0"/>
              </a:rPr>
              <a:t>  Fragmento representativo del Agente 3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17632A-70F5-B2F6-F3B3-509D1C56B66E}"/>
              </a:ext>
            </a:extLst>
          </p:cNvPr>
          <p:cNvSpPr txBox="1"/>
          <p:nvPr/>
        </p:nvSpPr>
        <p:spPr>
          <a:xfrm>
            <a:off x="838200" y="2032000"/>
            <a:ext cx="6172200" cy="269304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300">
                <a:solidFill>
                  <a:srgbClr val="34271B"/>
                </a:solidFill>
                <a:latin typeface="Consolas" panose="020B0609020204030204" pitchFamily="49" charset="0"/>
              </a:rPr>
              <a:t>payload = json.loads(Path(sys.argv[1]).read_text())
tickers = payload.get("tickers", [])
csv_paths = payload.get("csv_paths", [])
close = load_close_prices(csv_paths, tickers)
data = load_market_data(csv_paths, tickers)
ret_3mo = (close_series.iloc[-1] - close_series.iloc[0]) / close_series.iloc[0]
vol_3mo = close_series.pct_change().std()
output = {"metrics": metrics, "summary": summary, "limitations": limitations}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6FCCFAD-32C2-8A9C-8EB2-DDD285BD9892}"/>
              </a:ext>
            </a:extLst>
          </p:cNvPr>
          <p:cNvSpPr/>
          <p:nvPr/>
        </p:nvSpPr>
        <p:spPr>
          <a:xfrm>
            <a:off x="7569200" y="1625600"/>
            <a:ext cx="3429000" cy="11176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se ve aquí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plan analítico se convierte en un script Python ejecutable.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039271ED-39E8-243F-AB67-13EE53E50471}"/>
              </a:ext>
            </a:extLst>
          </p:cNvPr>
          <p:cNvSpPr/>
          <p:nvPr/>
        </p:nvSpPr>
        <p:spPr>
          <a:xfrm>
            <a:off x="7569200" y="2946400"/>
            <a:ext cx="3429000" cy="13970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Idea fuerte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interpretación final no sale de una opinión verbal, sino de cálculos implementados y verificables.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F3A640E-0CAB-5244-0905-D37192C7E7C9}"/>
              </a:ext>
            </a:extLst>
          </p:cNvPr>
          <p:cNvSpPr txBox="1"/>
          <p:nvPr/>
        </p:nvSpPr>
        <p:spPr>
          <a:xfrm>
            <a:off x="736600" y="5207000"/>
            <a:ext cx="102616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b="1" dirty="0">
                <a:solidFill>
                  <a:srgbClr val="4D3217"/>
                </a:solidFill>
                <a:latin typeface="Aptos" panose="020B0004020202020204" pitchFamily="34" charset="0"/>
              </a:rPr>
              <a:t>Aquí­ el sistema ya no está describiendo el análisis, lo está materializando en código.</a:t>
            </a:r>
          </a:p>
        </p:txBody>
      </p:sp>
    </p:spTree>
    <p:extLst>
      <p:ext uri="{BB962C8B-B14F-4D97-AF65-F5344CB8AC3E}">
        <p14:creationId xmlns:p14="http://schemas.microsoft.com/office/powerpoint/2010/main" val="32890430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8EF54DB-F369-9702-B122-A6F259BD8C79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AD95168-C747-C964-96F8-91728A38D88B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Ejemplo completo: Agente 5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AFCA75-0F4F-565E-3D90-28FD328BC893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9795906-961F-F2E1-4166-3CF05162B35D}"/>
              </a:ext>
            </a:extLst>
          </p:cNvPr>
          <p:cNvSpPr/>
          <p:nvPr/>
        </p:nvSpPr>
        <p:spPr>
          <a:xfrm>
            <a:off x="685800" y="1532763"/>
            <a:ext cx="6197600" cy="4138169"/>
          </a:xfrm>
          <a:prstGeom prst="roundRect">
            <a:avLst/>
          </a:prstGeom>
          <a:solidFill>
            <a:srgbClr val="FAF7F5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8B16F-C5C2-D1A7-9576-6D2B44481068}"/>
              </a:ext>
            </a:extLst>
          </p:cNvPr>
          <p:cNvSpPr/>
          <p:nvPr/>
        </p:nvSpPr>
        <p:spPr>
          <a:xfrm>
            <a:off x="685800" y="1454257"/>
            <a:ext cx="6197600" cy="450743"/>
          </a:xfrm>
          <a:prstGeom prst="rect">
            <a:avLst/>
          </a:prstGeom>
          <a:solidFill>
            <a:srgbClr val="F5E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>
                <a:solidFill>
                  <a:srgbClr val="4D3217"/>
                </a:solidFill>
                <a:latin typeface="Aptos" panose="020B0004020202020204" pitchFamily="34" charset="0"/>
              </a:rPr>
              <a:t>  Respuesta final del Agente 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3B2726-14DD-8399-57FA-0749447703EB}"/>
              </a:ext>
            </a:extLst>
          </p:cNvPr>
          <p:cNvSpPr txBox="1"/>
          <p:nvPr/>
        </p:nvSpPr>
        <p:spPr>
          <a:xfrm>
            <a:off x="838200" y="2032000"/>
            <a:ext cx="5892800" cy="349326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Análisis de AAPL (Últimos 3 meses)
- Precio de cierre promedio: 278.00
- Máximo: 315.20
- Mínimo: 246.63
- Retorno total: 16.40 %
- Volatilidad diaria: 1.45 %
- </a:t>
            </a:r>
            <a:r>
              <a:rPr lang="es-ES" sz="1300" dirty="0" err="1">
                <a:solidFill>
                  <a:srgbClr val="34271B"/>
                </a:solidFill>
                <a:latin typeface="Consolas" panose="020B0609020204030204" pitchFamily="49" charset="0"/>
              </a:rPr>
              <a:t>Drawdown</a:t>
            </a: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 máximo: -7.82 %
**Conclusiones basadas únicamente en los datos históricos**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El precio de AAPL ha mostrado una tendencia alcista, con…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La volatilidad diaria de alrededor del 1.45 % indica que…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El </a:t>
            </a:r>
            <a:r>
              <a:rPr lang="es-ES" sz="1300" dirty="0" err="1">
                <a:solidFill>
                  <a:srgbClr val="34271B"/>
                </a:solidFill>
                <a:latin typeface="Consolas" panose="020B0609020204030204" pitchFamily="49" charset="0"/>
              </a:rPr>
              <a:t>drawdown</a:t>
            </a: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 máximo de -7.82 % sugiere que la mayor cada… </a:t>
            </a:r>
          </a:p>
          <a:p>
            <a:endParaRPr lang="es-ES" sz="1300" dirty="0">
              <a:solidFill>
                <a:srgbClr val="34271B"/>
              </a:solidFill>
              <a:latin typeface="Consolas" panose="020B0609020204030204" pitchFamily="49" charset="0"/>
            </a:endParaRPr>
          </a:p>
          <a:p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**Limitaciones**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Los datos corresponden únicamente a precios de cierre… </a:t>
            </a:r>
          </a:p>
          <a:p>
            <a:pPr marL="285750" indent="-285750">
              <a:buFontTx/>
              <a:buChar char="-"/>
            </a:pPr>
            <a:r>
              <a:rPr lang="es-ES" sz="1300" dirty="0">
                <a:solidFill>
                  <a:srgbClr val="34271B"/>
                </a:solidFill>
                <a:latin typeface="Consolas" panose="020B0609020204030204" pitchFamily="49" charset="0"/>
              </a:rPr>
              <a:t>No se han considerado factores externos ni noticias que…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5E588E6-5336-D5D4-4DD7-45228E0DA0A2}"/>
              </a:ext>
            </a:extLst>
          </p:cNvPr>
          <p:cNvSpPr/>
          <p:nvPr/>
        </p:nvSpPr>
        <p:spPr>
          <a:xfrm>
            <a:off x="7366000" y="1676400"/>
            <a:ext cx="3708400" cy="1320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recibe el usuario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Métricas principales, interpretación del agente y limitaciones del análisis.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46FD360-F426-F04A-5082-82E274A28974}"/>
              </a:ext>
            </a:extLst>
          </p:cNvPr>
          <p:cNvSpPr/>
          <p:nvPr/>
        </p:nvSpPr>
        <p:spPr>
          <a:xfrm>
            <a:off x="7366000" y="3200400"/>
            <a:ext cx="3708400" cy="1422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Qué demuestra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respuesta visible es la última capa de un proceso previo de datos, plan, código y validación.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B4698A2-DC02-80D3-9F6D-381997CF8478}"/>
              </a:ext>
            </a:extLst>
          </p:cNvPr>
          <p:cNvSpPr txBox="1"/>
          <p:nvPr/>
        </p:nvSpPr>
        <p:spPr>
          <a:xfrm>
            <a:off x="685800" y="5816600"/>
            <a:ext cx="10312400" cy="67710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900" b="1" dirty="0">
                <a:solidFill>
                  <a:srgbClr val="4D3217"/>
                </a:solidFill>
                <a:latin typeface="Aptos" panose="020B0004020202020204" pitchFamily="34" charset="0"/>
              </a:rPr>
              <a:t>El valor del flujo es que ayuda a explicar mejor lo que muestran los datos, no solo a devolver una salida aparente.</a:t>
            </a:r>
          </a:p>
        </p:txBody>
      </p:sp>
    </p:spTree>
    <p:extLst>
      <p:ext uri="{BB962C8B-B14F-4D97-AF65-F5344CB8AC3E}">
        <p14:creationId xmlns:p14="http://schemas.microsoft.com/office/powerpoint/2010/main" val="140289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5DD18BC-2787-FC11-E749-19EF28DAF29A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0A70555-2D95-03CA-9F61-C90BA9CB4F93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 dirty="0">
                <a:solidFill>
                  <a:srgbClr val="4D3217"/>
                </a:solidFill>
                <a:latin typeface="Aptos Display" panose="020B0004020202020204" pitchFamily="34" charset="0"/>
              </a:rPr>
              <a:t>Manera de evaluar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5F9E3C0-44AA-E935-8142-A70CA48DC000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E7E6EAC-9D5C-FB1B-156E-01B228BEC356}"/>
              </a:ext>
            </a:extLst>
          </p:cNvPr>
          <p:cNvSpPr/>
          <p:nvPr/>
        </p:nvSpPr>
        <p:spPr>
          <a:xfrm>
            <a:off x="736600" y="1676400"/>
            <a:ext cx="3175000" cy="13208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Batería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50 consultas financieras con tres niveles de complejidad: A, B y C.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D46D4D0-480F-7488-C57D-EB58CED2542B}"/>
              </a:ext>
            </a:extLst>
          </p:cNvPr>
          <p:cNvSpPr/>
          <p:nvPr/>
        </p:nvSpPr>
        <p:spPr>
          <a:xfrm>
            <a:off x="4292600" y="1676400"/>
            <a:ext cx="3175000" cy="1320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Unidad de análisis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consulta completa de extremo a extremo, no una fase aislada.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A22E4B9-80A2-588E-8B8E-C98905C2637E}"/>
              </a:ext>
            </a:extLst>
          </p:cNvPr>
          <p:cNvSpPr/>
          <p:nvPr/>
        </p:nvSpPr>
        <p:spPr>
          <a:xfrm>
            <a:off x="7848600" y="1676400"/>
            <a:ext cx="3175000" cy="13208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Criterio de éxito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caso debe completarse y producir una respuesta final utilizable.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9E7D7CA-A68E-D5D0-D33C-AC4456182463}"/>
              </a:ext>
            </a:extLst>
          </p:cNvPr>
          <p:cNvSpPr/>
          <p:nvPr/>
        </p:nvSpPr>
        <p:spPr>
          <a:xfrm>
            <a:off x="736600" y="3454400"/>
            <a:ext cx="10287000" cy="1397000"/>
          </a:xfrm>
          <a:prstGeom prst="roundRect">
            <a:avLst/>
          </a:prstGeom>
          <a:solidFill>
            <a:srgbClr val="FBF7F4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Revisión cualitativa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Los casos completados se puntúan por adecuación, cobertura, coherencia, claridad y prudencia.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487FA0D-3936-F8FF-3166-0B97ADFB796B}"/>
              </a:ext>
            </a:extLst>
          </p:cNvPr>
          <p:cNvSpPr txBox="1"/>
          <p:nvPr/>
        </p:nvSpPr>
        <p:spPr>
          <a:xfrm>
            <a:off x="1339850" y="5308600"/>
            <a:ext cx="9080500" cy="38472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900" b="1" dirty="0">
                <a:solidFill>
                  <a:srgbClr val="4D3217"/>
                </a:solidFill>
                <a:latin typeface="Aptos" panose="020B0004020202020204" pitchFamily="34" charset="0"/>
              </a:rPr>
              <a:t>La evaluación distingue entre completitud técnica y calidad final de la respuesta.</a:t>
            </a:r>
          </a:p>
        </p:txBody>
      </p:sp>
    </p:spTree>
    <p:extLst>
      <p:ext uri="{BB962C8B-B14F-4D97-AF65-F5344CB8AC3E}">
        <p14:creationId xmlns:p14="http://schemas.microsoft.com/office/powerpoint/2010/main" val="1549500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AD14E60-53F1-32C6-644A-ED4531BC69EF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A29CC6B-CC3D-E844-8F9F-7B0B3C1CBF5C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Resultados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C47EA1-5E58-B49B-2078-39D4E1C8A2AD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925F478-28C2-7DB5-CEE8-E690B893E3A0}"/>
              </a:ext>
            </a:extLst>
          </p:cNvPr>
          <p:cNvSpPr/>
          <p:nvPr/>
        </p:nvSpPr>
        <p:spPr>
          <a:xfrm>
            <a:off x="736600" y="1600200"/>
            <a:ext cx="2286000" cy="1041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27/50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Casos completados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C27FDB1-82B1-2855-14C7-B1B55C8D9C6A}"/>
              </a:ext>
            </a:extLst>
          </p:cNvPr>
          <p:cNvSpPr/>
          <p:nvPr/>
        </p:nvSpPr>
        <p:spPr>
          <a:xfrm>
            <a:off x="3276600" y="1600200"/>
            <a:ext cx="2286000" cy="10414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54%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Completitud global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1B1DEEC-17CD-0040-6F3C-98DE80239F17}"/>
              </a:ext>
            </a:extLst>
          </p:cNvPr>
          <p:cNvSpPr/>
          <p:nvPr/>
        </p:nvSpPr>
        <p:spPr>
          <a:xfrm>
            <a:off x="5816600" y="1600200"/>
            <a:ext cx="2921000" cy="10414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Lectura clave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tasa cae al aumentar la complejidad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2AC0B81-7413-62A7-2C1B-68ADBCE36FF1}"/>
              </a:ext>
            </a:extLst>
          </p:cNvPr>
          <p:cNvSpPr/>
          <p:nvPr/>
        </p:nvSpPr>
        <p:spPr>
          <a:xfrm>
            <a:off x="8991600" y="1600200"/>
            <a:ext cx="2032000" cy="1041400"/>
          </a:xfrm>
          <a:prstGeom prst="roundRect">
            <a:avLst/>
          </a:prstGeom>
          <a:solidFill>
            <a:srgbClr val="FBECF3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Matiz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Cuando completa, la calidad final suele ser buena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939F69B-1B8E-3FCF-3B93-7328FEEBF983}"/>
              </a:ext>
            </a:extLst>
          </p:cNvPr>
          <p:cNvSpPr/>
          <p:nvPr/>
        </p:nvSpPr>
        <p:spPr>
          <a:xfrm>
            <a:off x="1651000" y="3263900"/>
            <a:ext cx="1143000" cy="1371600"/>
          </a:xfrm>
          <a:prstGeom prst="rect">
            <a:avLst/>
          </a:prstGeom>
          <a:solidFill>
            <a:srgbClr val="D0A6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0BC2886-1000-521F-E58B-33B82D3CCD17}"/>
              </a:ext>
            </a:extLst>
          </p:cNvPr>
          <p:cNvSpPr/>
          <p:nvPr/>
        </p:nvSpPr>
        <p:spPr>
          <a:xfrm>
            <a:off x="3429000" y="3606800"/>
            <a:ext cx="1143000" cy="1028700"/>
          </a:xfrm>
          <a:prstGeom prst="rect">
            <a:avLst/>
          </a:prstGeom>
          <a:solidFill>
            <a:srgbClr val="9AC17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48CA4CE-3C88-65DE-48F7-EB95A44AA208}"/>
              </a:ext>
            </a:extLst>
          </p:cNvPr>
          <p:cNvSpPr/>
          <p:nvPr/>
        </p:nvSpPr>
        <p:spPr>
          <a:xfrm>
            <a:off x="5207000" y="4038600"/>
            <a:ext cx="1143000" cy="596900"/>
          </a:xfrm>
          <a:prstGeom prst="rect">
            <a:avLst/>
          </a:prstGeom>
          <a:solidFill>
            <a:srgbClr val="5CB4D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5791BC-F240-9007-718E-854A3195787A}"/>
              </a:ext>
            </a:extLst>
          </p:cNvPr>
          <p:cNvSpPr txBox="1"/>
          <p:nvPr/>
        </p:nvSpPr>
        <p:spPr>
          <a:xfrm>
            <a:off x="1955800" y="2959100"/>
            <a:ext cx="50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b="1">
                <a:solidFill>
                  <a:srgbClr val="4D3217"/>
                </a:solidFill>
                <a:latin typeface="Aptos" panose="020B0004020202020204" pitchFamily="34" charset="0"/>
              </a:rPr>
              <a:t>80%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E240527-D012-A485-1CB2-BBD5D45C33F4}"/>
              </a:ext>
            </a:extLst>
          </p:cNvPr>
          <p:cNvSpPr txBox="1"/>
          <p:nvPr/>
        </p:nvSpPr>
        <p:spPr>
          <a:xfrm>
            <a:off x="3733800" y="3302000"/>
            <a:ext cx="50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b="1">
                <a:solidFill>
                  <a:srgbClr val="4D3217"/>
                </a:solidFill>
                <a:latin typeface="Aptos" panose="020B0004020202020204" pitchFamily="34" charset="0"/>
              </a:rPr>
              <a:t>60%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B56EFAA-F181-E00A-EF5B-02EE78C58CA7}"/>
              </a:ext>
            </a:extLst>
          </p:cNvPr>
          <p:cNvSpPr txBox="1"/>
          <p:nvPr/>
        </p:nvSpPr>
        <p:spPr>
          <a:xfrm>
            <a:off x="5511800" y="3733800"/>
            <a:ext cx="508000" cy="55399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b="1">
                <a:solidFill>
                  <a:srgbClr val="4D3217"/>
                </a:solidFill>
                <a:latin typeface="Aptos" panose="020B0004020202020204" pitchFamily="34" charset="0"/>
              </a:rPr>
              <a:t>35%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8C3265F-DB58-B636-B6A5-C746E8F000B8}"/>
              </a:ext>
            </a:extLst>
          </p:cNvPr>
          <p:cNvSpPr txBox="1"/>
          <p:nvPr/>
        </p:nvSpPr>
        <p:spPr>
          <a:xfrm>
            <a:off x="2095500" y="4749800"/>
            <a:ext cx="254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600" b="1">
                <a:solidFill>
                  <a:srgbClr val="4D3217"/>
                </a:solidFill>
                <a:latin typeface="Aptos" panose="020B0004020202020204" pitchFamily="34" charset="0"/>
              </a:rPr>
              <a:t>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352B4B8-CE4B-A548-E376-088264C07C5E}"/>
              </a:ext>
            </a:extLst>
          </p:cNvPr>
          <p:cNvSpPr txBox="1"/>
          <p:nvPr/>
        </p:nvSpPr>
        <p:spPr>
          <a:xfrm>
            <a:off x="3873500" y="4749800"/>
            <a:ext cx="254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600" b="1">
                <a:solidFill>
                  <a:srgbClr val="4D3217"/>
                </a:solidFill>
                <a:latin typeface="Aptos" panose="020B0004020202020204" pitchFamily="34" charset="0"/>
              </a:rPr>
              <a:t>B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EB0D82F-D378-FB99-4F6C-AD95191157B1}"/>
              </a:ext>
            </a:extLst>
          </p:cNvPr>
          <p:cNvSpPr txBox="1"/>
          <p:nvPr/>
        </p:nvSpPr>
        <p:spPr>
          <a:xfrm>
            <a:off x="5651500" y="4749800"/>
            <a:ext cx="2540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600" b="1">
                <a:solidFill>
                  <a:srgbClr val="4D3217"/>
                </a:solidFill>
                <a:latin typeface="Aptos" panose="020B0004020202020204" pitchFamily="34" charset="0"/>
              </a:rPr>
              <a:t>C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27AFAB3-C6AF-9C3A-864F-4BEE935E2933}"/>
              </a:ext>
            </a:extLst>
          </p:cNvPr>
          <p:cNvSpPr txBox="1"/>
          <p:nvPr/>
        </p:nvSpPr>
        <p:spPr>
          <a:xfrm>
            <a:off x="2944812" y="5088354"/>
            <a:ext cx="2085975" cy="3231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1500" dirty="0">
                <a:solidFill>
                  <a:srgbClr val="7E6B5A"/>
                </a:solidFill>
                <a:latin typeface="Aptos" panose="020B0004020202020204" pitchFamily="34" charset="0"/>
              </a:rPr>
              <a:t>Completitud por nivel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7F10A4E-ADED-4C5D-3E3F-1A907A23D71B}"/>
              </a:ext>
            </a:extLst>
          </p:cNvPr>
          <p:cNvSpPr txBox="1"/>
          <p:nvPr/>
        </p:nvSpPr>
        <p:spPr>
          <a:xfrm>
            <a:off x="7071360" y="3445331"/>
            <a:ext cx="4572000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000" dirty="0">
                <a:solidFill>
                  <a:srgbClr val="2B2B2B"/>
                </a:solidFill>
                <a:latin typeface="Aptos" panose="020B0004020202020204" pitchFamily="34" charset="0"/>
              </a:rPr>
              <a:t>Media casos completados: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B2B2B"/>
                </a:solidFill>
                <a:latin typeface="Aptos" panose="020B0004020202020204" pitchFamily="34" charset="0"/>
              </a:rPr>
              <a:t>Nivel A: 8,5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B2B2B"/>
                </a:solidFill>
                <a:latin typeface="Aptos" panose="020B0004020202020204" pitchFamily="34" charset="0"/>
              </a:rPr>
              <a:t>Nivel B: 8,67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B2B2B"/>
                </a:solidFill>
                <a:latin typeface="Aptos" panose="020B0004020202020204" pitchFamily="34" charset="0"/>
              </a:rPr>
              <a:t>Nivel C: 8,43</a:t>
            </a:r>
          </a:p>
        </p:txBody>
      </p:sp>
    </p:spTree>
    <p:extLst>
      <p:ext uri="{BB962C8B-B14F-4D97-AF65-F5344CB8AC3E}">
        <p14:creationId xmlns:p14="http://schemas.microsoft.com/office/powerpoint/2010/main" val="3562682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F78606C-9CDA-41E6-E5C7-B85F97E3326A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0388FA8-1394-EE7B-B05D-D3EA00BD57ED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Limitaciones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FCDEFEF-7E00-37BF-3E3C-602A4CA228FF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1128C42-CFBC-C496-6E21-B32687F7CC05}"/>
              </a:ext>
            </a:extLst>
          </p:cNvPr>
          <p:cNvSpPr/>
          <p:nvPr/>
        </p:nvSpPr>
        <p:spPr>
          <a:xfrm>
            <a:off x="736600" y="1778000"/>
            <a:ext cx="4826000" cy="14478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Modelo y configuración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evaluación se realiza con una única configuración general del sistema y un único modelo.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4B40A6A-3D7B-7A4F-28FC-193AEE6F4D57}"/>
              </a:ext>
            </a:extLst>
          </p:cNvPr>
          <p:cNvSpPr/>
          <p:nvPr/>
        </p:nvSpPr>
        <p:spPr>
          <a:xfrm>
            <a:off x="5994400" y="1778000"/>
            <a:ext cx="4826000" cy="14478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Dependencia de datos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flujo depende de un proveedor concreto de datos históricos.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5109A3-7546-23FE-1567-08CC8BB3225D}"/>
              </a:ext>
            </a:extLst>
          </p:cNvPr>
          <p:cNvSpPr/>
          <p:nvPr/>
        </p:nvSpPr>
        <p:spPr>
          <a:xfrm>
            <a:off x="736600" y="3632200"/>
            <a:ext cx="4826000" cy="14478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Revisión humana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La calidad final de los casos completados se apoya en revisión manual del autor.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F77D382-EB54-E4F2-634B-0B83C1380D9A}"/>
              </a:ext>
            </a:extLst>
          </p:cNvPr>
          <p:cNvSpPr/>
          <p:nvPr/>
        </p:nvSpPr>
        <p:spPr>
          <a:xfrm>
            <a:off x="5994400" y="3632200"/>
            <a:ext cx="4826000" cy="1447800"/>
          </a:xfrm>
          <a:prstGeom prst="roundRect">
            <a:avLst/>
          </a:prstGeom>
          <a:solidFill>
            <a:srgbClr val="FBECF3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Alcance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El trabajo se limita al análisis histórico. No estudia predicción, asesoramiento ni factores externos.</a:t>
            </a:r>
          </a:p>
        </p:txBody>
      </p:sp>
    </p:spTree>
    <p:extLst>
      <p:ext uri="{BB962C8B-B14F-4D97-AF65-F5344CB8AC3E}">
        <p14:creationId xmlns:p14="http://schemas.microsoft.com/office/powerpoint/2010/main" val="3546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1D2E43F-85A0-A63E-0BDD-355AC24B1653}"/>
              </a:ext>
            </a:extLst>
          </p:cNvPr>
          <p:cNvSpPr txBox="1"/>
          <p:nvPr/>
        </p:nvSpPr>
        <p:spPr>
          <a:xfrm>
            <a:off x="584200" y="228600"/>
            <a:ext cx="139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1000" b="1">
                <a:solidFill>
                  <a:srgbClr val="004B7A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2766DF9-E41A-1B36-E2BF-2E0B339B2898}"/>
              </a:ext>
            </a:extLst>
          </p:cNvPr>
          <p:cNvSpPr txBox="1"/>
          <p:nvPr/>
        </p:nvSpPr>
        <p:spPr>
          <a:xfrm>
            <a:off x="584200" y="431800"/>
            <a:ext cx="1092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S" sz="2800" b="1">
                <a:solidFill>
                  <a:srgbClr val="4D3217"/>
                </a:solidFill>
                <a:latin typeface="Aptos Display" panose="020B0004020202020204" pitchFamily="34" charset="0"/>
              </a:rPr>
              <a:t>Conclusiones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E5BB80D-44F6-0683-8809-8F8EAB7381E0}"/>
              </a:ext>
            </a:extLst>
          </p:cNvPr>
          <p:cNvSpPr/>
          <p:nvPr/>
        </p:nvSpPr>
        <p:spPr>
          <a:xfrm>
            <a:off x="584200" y="1041400"/>
            <a:ext cx="1625600" cy="76200"/>
          </a:xfrm>
          <a:prstGeom prst="rect">
            <a:avLst/>
          </a:prstGeom>
          <a:solidFill>
            <a:srgbClr val="2A9B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6586403-84E3-F935-EBF8-4FE36CCFE980}"/>
              </a:ext>
            </a:extLst>
          </p:cNvPr>
          <p:cNvSpPr/>
          <p:nvPr/>
        </p:nvSpPr>
        <p:spPr>
          <a:xfrm>
            <a:off x="736600" y="1879600"/>
            <a:ext cx="3175000" cy="1549400"/>
          </a:xfrm>
          <a:prstGeom prst="roundRect">
            <a:avLst/>
          </a:prstGeom>
          <a:solidFill>
            <a:srgbClr val="FAF4EE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Aportación principal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Una arquitectura </a:t>
            </a:r>
            <a:r>
              <a:rPr lang="es-ES" sz="1500" dirty="0" err="1">
                <a:solidFill>
                  <a:srgbClr val="2B2B2B"/>
                </a:solidFill>
                <a:latin typeface="Aptos" panose="020B0004020202020204" pitchFamily="34" charset="0"/>
              </a:rPr>
              <a:t>multiagente</a:t>
            </a:r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 más trazable, explicable y controlada que una respuesta generativa directa.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5F4D92A-D377-A9F3-C638-C656EBB90A87}"/>
              </a:ext>
            </a:extLst>
          </p:cNvPr>
          <p:cNvSpPr/>
          <p:nvPr/>
        </p:nvSpPr>
        <p:spPr>
          <a:xfrm>
            <a:off x="4292600" y="1879600"/>
            <a:ext cx="3175000" cy="1549400"/>
          </a:xfrm>
          <a:prstGeom prst="roundRect">
            <a:avLst/>
          </a:prstGeom>
          <a:solidFill>
            <a:srgbClr val="F1F6EF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>
                <a:solidFill>
                  <a:srgbClr val="4D3217"/>
                </a:solidFill>
                <a:latin typeface="Aptos Display" panose="020B0004020202020204" pitchFamily="34" charset="0"/>
              </a:rPr>
              <a:t>Lectura de resultados</a:t>
            </a:r>
          </a:p>
          <a:p>
            <a:pPr algn="ctr"/>
            <a:r>
              <a:rPr lang="es-ES" sz="1500">
                <a:solidFill>
                  <a:srgbClr val="2B2B2B"/>
                </a:solidFill>
                <a:latin typeface="Aptos" panose="020B0004020202020204" pitchFamily="34" charset="0"/>
              </a:rPr>
              <a:t>Cuando el sistema completa un caso, la calidad final suele ser razonable.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FFA3FE7-8DB6-681C-895D-BC35407C06B6}"/>
              </a:ext>
            </a:extLst>
          </p:cNvPr>
          <p:cNvSpPr/>
          <p:nvPr/>
        </p:nvSpPr>
        <p:spPr>
          <a:xfrm>
            <a:off x="7848600" y="1879600"/>
            <a:ext cx="3175000" cy="1549400"/>
          </a:xfrm>
          <a:prstGeom prst="roundRect">
            <a:avLst/>
          </a:prstGeom>
          <a:solidFill>
            <a:srgbClr val="E2F1FB"/>
          </a:solidFill>
          <a:ln w="12700">
            <a:solidFill>
              <a:srgbClr val="DDD3C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27000" rtlCol="0" anchor="ctr"/>
          <a:lstStyle/>
          <a:p>
            <a:pPr algn="ctr"/>
            <a:r>
              <a:rPr lang="es-ES" sz="1700" b="1" dirty="0">
                <a:solidFill>
                  <a:srgbClr val="4D3217"/>
                </a:solidFill>
                <a:latin typeface="Aptos Display" panose="020B0004020202020204" pitchFamily="34" charset="0"/>
              </a:rPr>
              <a:t>Valor final</a:t>
            </a:r>
          </a:p>
          <a:p>
            <a:pPr algn="ctr"/>
            <a:r>
              <a:rPr lang="es-ES" sz="1500" dirty="0">
                <a:solidFill>
                  <a:srgbClr val="2B2B2B"/>
                </a:solidFill>
                <a:latin typeface="Aptos" panose="020B0004020202020204" pitchFamily="34" charset="0"/>
              </a:rPr>
              <a:t>Ayudar a interpretar mejores datos históricos de bolsa de una forma metodológicamente defendible.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F00B0F-41F7-CDD7-6367-B4682D8C46EC}"/>
              </a:ext>
            </a:extLst>
          </p:cNvPr>
          <p:cNvSpPr txBox="1"/>
          <p:nvPr/>
        </p:nvSpPr>
        <p:spPr>
          <a:xfrm>
            <a:off x="1066800" y="4318000"/>
            <a:ext cx="9652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S" sz="2200" b="1" dirty="0">
                <a:solidFill>
                  <a:srgbClr val="4D3217"/>
                </a:solidFill>
                <a:latin typeface="Aptos" panose="020B0004020202020204" pitchFamily="34" charset="0"/>
              </a:rPr>
              <a:t>El valor del sistema no está solo en responder, sino en ayudar a explicar mejor lo que muestran los datos.</a:t>
            </a:r>
          </a:p>
        </p:txBody>
      </p:sp>
    </p:spTree>
    <p:extLst>
      <p:ext uri="{BB962C8B-B14F-4D97-AF65-F5344CB8AC3E}">
        <p14:creationId xmlns:p14="http://schemas.microsoft.com/office/powerpoint/2010/main" val="116123712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1124</Words>
  <Application>Microsoft Office PowerPoint</Application>
  <PresentationFormat>Panorámica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Consolas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Ruiz Oyarzun</dc:creator>
  <cp:lastModifiedBy>Carlos Ruiz Oyarzun</cp:lastModifiedBy>
  <cp:revision>7</cp:revision>
  <dcterms:created xsi:type="dcterms:W3CDTF">2026-06-25T09:39:02Z</dcterms:created>
  <dcterms:modified xsi:type="dcterms:W3CDTF">2026-06-26T18:12:47Z</dcterms:modified>
</cp:coreProperties>
</file>