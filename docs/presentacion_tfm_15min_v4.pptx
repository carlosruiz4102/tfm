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AAC0A1-6130-4F74-9747-4F700EDB7547}" v="5" dt="2026-06-25T10:28:00.69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1" d="100"/>
          <a:sy n="101" d="100"/>
        </p:scale>
        <p:origin x="348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Ruiz Oyarzun" userId="e96a5f20-7057-4b0b-8a65-ec119c950296" providerId="ADAL" clId="{F9162BF9-086E-4DEB-BFB8-0BD8C900EEA7}"/>
    <pc:docChg chg="undo custSel modSld">
      <pc:chgData name="Carlos Ruiz Oyarzun" userId="e96a5f20-7057-4b0b-8a65-ec119c950296" providerId="ADAL" clId="{F9162BF9-086E-4DEB-BFB8-0BD8C900EEA7}" dt="2026-06-25T10:35:52.723" v="403" actId="313"/>
      <pc:docMkLst>
        <pc:docMk/>
      </pc:docMkLst>
      <pc:sldChg chg="addSp delSp modSp mod modNotesTx">
        <pc:chgData name="Carlos Ruiz Oyarzun" userId="e96a5f20-7057-4b0b-8a65-ec119c950296" providerId="ADAL" clId="{F9162BF9-086E-4DEB-BFB8-0BD8C900EEA7}" dt="2026-06-25T10:28:00.698" v="261" actId="1076"/>
        <pc:sldMkLst>
          <pc:docMk/>
          <pc:sldMk cId="2966855235" sldId="256"/>
        </pc:sldMkLst>
        <pc:spChg chg="mod">
          <ac:chgData name="Carlos Ruiz Oyarzun" userId="e96a5f20-7057-4b0b-8a65-ec119c950296" providerId="ADAL" clId="{F9162BF9-086E-4DEB-BFB8-0BD8C900EEA7}" dt="2026-06-25T10:28:00.698" v="261" actId="1076"/>
          <ac:spMkLst>
            <pc:docMk/>
            <pc:sldMk cId="2966855235" sldId="256"/>
            <ac:spMk id="2" creationId="{CB26568C-2094-2C66-8C00-B61728A71912}"/>
          </ac:spMkLst>
        </pc:spChg>
        <pc:spChg chg="mod">
          <ac:chgData name="Carlos Ruiz Oyarzun" userId="e96a5f20-7057-4b0b-8a65-ec119c950296" providerId="ADAL" clId="{F9162BF9-086E-4DEB-BFB8-0BD8C900EEA7}" dt="2026-06-25T09:52:22.334" v="53" actId="20577"/>
          <ac:spMkLst>
            <pc:docMk/>
            <pc:sldMk cId="2966855235" sldId="256"/>
            <ac:spMk id="4" creationId="{E5516D95-74B8-1C02-850F-976C26A7C329}"/>
          </ac:spMkLst>
        </pc:spChg>
        <pc:spChg chg="mod">
          <ac:chgData name="Carlos Ruiz Oyarzun" userId="e96a5f20-7057-4b0b-8a65-ec119c950296" providerId="ADAL" clId="{F9162BF9-086E-4DEB-BFB8-0BD8C900EEA7}" dt="2026-06-25T09:52:46.093" v="107" actId="20577"/>
          <ac:spMkLst>
            <pc:docMk/>
            <pc:sldMk cId="2966855235" sldId="256"/>
            <ac:spMk id="5" creationId="{88802DB3-16F7-4363-818A-C92CBF46AB8D}"/>
          </ac:spMkLst>
        </pc:spChg>
        <pc:spChg chg="mod">
          <ac:chgData name="Carlos Ruiz Oyarzun" userId="e96a5f20-7057-4b0b-8a65-ec119c950296" providerId="ADAL" clId="{F9162BF9-086E-4DEB-BFB8-0BD8C900EEA7}" dt="2026-06-25T09:53:51.653" v="149" actId="14100"/>
          <ac:spMkLst>
            <pc:docMk/>
            <pc:sldMk cId="2966855235" sldId="256"/>
            <ac:spMk id="6" creationId="{81418493-440D-25A8-1FFC-75BBFEEC267F}"/>
          </ac:spMkLst>
        </pc:spChg>
        <pc:spChg chg="del">
          <ac:chgData name="Carlos Ruiz Oyarzun" userId="e96a5f20-7057-4b0b-8a65-ec119c950296" providerId="ADAL" clId="{F9162BF9-086E-4DEB-BFB8-0BD8C900EEA7}" dt="2026-06-25T09:50:39.176" v="24" actId="478"/>
          <ac:spMkLst>
            <pc:docMk/>
            <pc:sldMk cId="2966855235" sldId="256"/>
            <ac:spMk id="7" creationId="{A807A19A-5CD7-75C9-2982-7FE7E2985816}"/>
          </ac:spMkLst>
        </pc:spChg>
        <pc:spChg chg="add mod">
          <ac:chgData name="Carlos Ruiz Oyarzun" userId="e96a5f20-7057-4b0b-8a65-ec119c950296" providerId="ADAL" clId="{F9162BF9-086E-4DEB-BFB8-0BD8C900EEA7}" dt="2026-06-25T09:53:46.657" v="148" actId="20577"/>
          <ac:spMkLst>
            <pc:docMk/>
            <pc:sldMk cId="2966855235" sldId="256"/>
            <ac:spMk id="8" creationId="{0A0C966B-FF3D-E956-5CDA-2A5477C6A35B}"/>
          </ac:spMkLst>
        </pc:spChg>
      </pc:sldChg>
      <pc:sldChg chg="modSp mod modNotesTx">
        <pc:chgData name="Carlos Ruiz Oyarzun" userId="e96a5f20-7057-4b0b-8a65-ec119c950296" providerId="ADAL" clId="{F9162BF9-086E-4DEB-BFB8-0BD8C900EEA7}" dt="2026-06-25T09:56:19.453" v="190" actId="20577"/>
        <pc:sldMkLst>
          <pc:docMk/>
          <pc:sldMk cId="3479026717" sldId="257"/>
        </pc:sldMkLst>
        <pc:spChg chg="mod">
          <ac:chgData name="Carlos Ruiz Oyarzun" userId="e96a5f20-7057-4b0b-8a65-ec119c950296" providerId="ADAL" clId="{F9162BF9-086E-4DEB-BFB8-0BD8C900EEA7}" dt="2026-06-25T09:54:34.298" v="153" actId="313"/>
          <ac:spMkLst>
            <pc:docMk/>
            <pc:sldMk cId="3479026717" sldId="257"/>
            <ac:spMk id="3" creationId="{20D7685C-ECB0-3C2A-AE8F-7CF44B474E4F}"/>
          </ac:spMkLst>
        </pc:spChg>
        <pc:spChg chg="mod">
          <ac:chgData name="Carlos Ruiz Oyarzun" userId="e96a5f20-7057-4b0b-8a65-ec119c950296" providerId="ADAL" clId="{F9162BF9-086E-4DEB-BFB8-0BD8C900EEA7}" dt="2026-06-25T09:55:00.533" v="165" actId="313"/>
          <ac:spMkLst>
            <pc:docMk/>
            <pc:sldMk cId="3479026717" sldId="257"/>
            <ac:spMk id="5" creationId="{264E297B-3DB6-92CD-C8D1-9616DE5AB7EB}"/>
          </ac:spMkLst>
        </pc:spChg>
        <pc:spChg chg="mod">
          <ac:chgData name="Carlos Ruiz Oyarzun" userId="e96a5f20-7057-4b0b-8a65-ec119c950296" providerId="ADAL" clId="{F9162BF9-086E-4DEB-BFB8-0BD8C900EEA7}" dt="2026-06-25T09:55:22.363" v="168" actId="313"/>
          <ac:spMkLst>
            <pc:docMk/>
            <pc:sldMk cId="3479026717" sldId="257"/>
            <ac:spMk id="6" creationId="{BA2911F1-8654-8A82-95CC-229380F00530}"/>
          </ac:spMkLst>
        </pc:spChg>
        <pc:spChg chg="mod">
          <ac:chgData name="Carlos Ruiz Oyarzun" userId="e96a5f20-7057-4b0b-8a65-ec119c950296" providerId="ADAL" clId="{F9162BF9-086E-4DEB-BFB8-0BD8C900EEA7}" dt="2026-06-25T09:55:44.708" v="179" actId="20577"/>
          <ac:spMkLst>
            <pc:docMk/>
            <pc:sldMk cId="3479026717" sldId="257"/>
            <ac:spMk id="7" creationId="{AD7CB835-2BC7-C93C-66D4-06F13A5414F1}"/>
          </ac:spMkLst>
        </pc:spChg>
        <pc:spChg chg="mod">
          <ac:chgData name="Carlos Ruiz Oyarzun" userId="e96a5f20-7057-4b0b-8a65-ec119c950296" providerId="ADAL" clId="{F9162BF9-086E-4DEB-BFB8-0BD8C900EEA7}" dt="2026-06-25T09:55:51.498" v="180" actId="313"/>
          <ac:spMkLst>
            <pc:docMk/>
            <pc:sldMk cId="3479026717" sldId="257"/>
            <ac:spMk id="8" creationId="{34B16032-AD19-C151-DA3B-FF3E90E95B87}"/>
          </ac:spMkLst>
        </pc:spChg>
      </pc:sldChg>
      <pc:sldChg chg="modSp mod modNotesTx">
        <pc:chgData name="Carlos Ruiz Oyarzun" userId="e96a5f20-7057-4b0b-8a65-ec119c950296" providerId="ADAL" clId="{F9162BF9-086E-4DEB-BFB8-0BD8C900EEA7}" dt="2026-06-25T10:31:49.980" v="277" actId="20577"/>
        <pc:sldMkLst>
          <pc:docMk/>
          <pc:sldMk cId="3386720030" sldId="258"/>
        </pc:sldMkLst>
        <pc:spChg chg="mod">
          <ac:chgData name="Carlos Ruiz Oyarzun" userId="e96a5f20-7057-4b0b-8a65-ec119c950296" providerId="ADAL" clId="{F9162BF9-086E-4DEB-BFB8-0BD8C900EEA7}" dt="2026-06-25T09:56:41.533" v="194" actId="6549"/>
          <ac:spMkLst>
            <pc:docMk/>
            <pc:sldMk cId="3386720030" sldId="258"/>
            <ac:spMk id="3" creationId="{CAAF1CF1-8D88-7DD6-75D0-0F70ED53DC4A}"/>
          </ac:spMkLst>
        </pc:spChg>
        <pc:spChg chg="mod">
          <ac:chgData name="Carlos Ruiz Oyarzun" userId="e96a5f20-7057-4b0b-8a65-ec119c950296" providerId="ADAL" clId="{F9162BF9-086E-4DEB-BFB8-0BD8C900EEA7}" dt="2026-06-25T10:31:30.674" v="266" actId="313"/>
          <ac:spMkLst>
            <pc:docMk/>
            <pc:sldMk cId="3386720030" sldId="258"/>
            <ac:spMk id="5" creationId="{4F4A14CF-0E78-2C01-832B-56B36A596B75}"/>
          </ac:spMkLst>
        </pc:spChg>
        <pc:spChg chg="mod">
          <ac:chgData name="Carlos Ruiz Oyarzun" userId="e96a5f20-7057-4b0b-8a65-ec119c950296" providerId="ADAL" clId="{F9162BF9-086E-4DEB-BFB8-0BD8C900EEA7}" dt="2026-06-25T10:31:45.530" v="274" actId="313"/>
          <ac:spMkLst>
            <pc:docMk/>
            <pc:sldMk cId="3386720030" sldId="258"/>
            <ac:spMk id="6" creationId="{011D478A-AA08-9103-E5A1-30B97B1B0F5E}"/>
          </ac:spMkLst>
        </pc:spChg>
        <pc:spChg chg="mod">
          <ac:chgData name="Carlos Ruiz Oyarzun" userId="e96a5f20-7057-4b0b-8a65-ec119c950296" providerId="ADAL" clId="{F9162BF9-086E-4DEB-BFB8-0BD8C900EEA7}" dt="2026-06-25T10:31:49.980" v="277" actId="20577"/>
          <ac:spMkLst>
            <pc:docMk/>
            <pc:sldMk cId="3386720030" sldId="258"/>
            <ac:spMk id="8" creationId="{9C36944E-EB62-7B89-1A58-6A09A7B4E671}"/>
          </ac:spMkLst>
        </pc:spChg>
      </pc:sldChg>
      <pc:sldChg chg="modSp mod">
        <pc:chgData name="Carlos Ruiz Oyarzun" userId="e96a5f20-7057-4b0b-8a65-ec119c950296" providerId="ADAL" clId="{F9162BF9-086E-4DEB-BFB8-0BD8C900EEA7}" dt="2026-06-25T09:56:51.082" v="197" actId="20577"/>
        <pc:sldMkLst>
          <pc:docMk/>
          <pc:sldMk cId="2077723022" sldId="259"/>
        </pc:sldMkLst>
        <pc:spChg chg="mod">
          <ac:chgData name="Carlos Ruiz Oyarzun" userId="e96a5f20-7057-4b0b-8a65-ec119c950296" providerId="ADAL" clId="{F9162BF9-086E-4DEB-BFB8-0BD8C900EEA7}" dt="2026-06-25T09:56:51.082" v="197" actId="20577"/>
          <ac:spMkLst>
            <pc:docMk/>
            <pc:sldMk cId="2077723022" sldId="259"/>
            <ac:spMk id="3" creationId="{454F73BF-789D-B957-24B5-8108AE95FBA2}"/>
          </ac:spMkLst>
        </pc:spChg>
      </pc:sldChg>
      <pc:sldChg chg="modSp mod">
        <pc:chgData name="Carlos Ruiz Oyarzun" userId="e96a5f20-7057-4b0b-8a65-ec119c950296" providerId="ADAL" clId="{F9162BF9-086E-4DEB-BFB8-0BD8C900EEA7}" dt="2026-06-25T10:00:48.763" v="215" actId="20577"/>
        <pc:sldMkLst>
          <pc:docMk/>
          <pc:sldMk cId="2391981351" sldId="260"/>
        </pc:sldMkLst>
        <pc:spChg chg="mod">
          <ac:chgData name="Carlos Ruiz Oyarzun" userId="e96a5f20-7057-4b0b-8a65-ec119c950296" providerId="ADAL" clId="{F9162BF9-086E-4DEB-BFB8-0BD8C900EEA7}" dt="2026-06-25T10:00:48.763" v="215" actId="20577"/>
          <ac:spMkLst>
            <pc:docMk/>
            <pc:sldMk cId="2391981351" sldId="260"/>
            <ac:spMk id="3" creationId="{58C0AF20-CB19-C3BD-9331-C83409F4F235}"/>
          </ac:spMkLst>
        </pc:spChg>
      </pc:sldChg>
      <pc:sldChg chg="modSp mod">
        <pc:chgData name="Carlos Ruiz Oyarzun" userId="e96a5f20-7057-4b0b-8a65-ec119c950296" providerId="ADAL" clId="{F9162BF9-086E-4DEB-BFB8-0BD8C900EEA7}" dt="2026-06-25T10:01:22.715" v="249" actId="20577"/>
        <pc:sldMkLst>
          <pc:docMk/>
          <pc:sldMk cId="1744643022" sldId="261"/>
        </pc:sldMkLst>
        <pc:spChg chg="mod">
          <ac:chgData name="Carlos Ruiz Oyarzun" userId="e96a5f20-7057-4b0b-8a65-ec119c950296" providerId="ADAL" clId="{F9162BF9-086E-4DEB-BFB8-0BD8C900EEA7}" dt="2026-06-25T10:01:22.715" v="249" actId="20577"/>
          <ac:spMkLst>
            <pc:docMk/>
            <pc:sldMk cId="1744643022" sldId="261"/>
            <ac:spMk id="3" creationId="{DE686357-FB5B-6021-1FA6-37F2603999E1}"/>
          </ac:spMkLst>
        </pc:spChg>
      </pc:sldChg>
      <pc:sldChg chg="modSp mod">
        <pc:chgData name="Carlos Ruiz Oyarzun" userId="e96a5f20-7057-4b0b-8a65-ec119c950296" providerId="ADAL" clId="{F9162BF9-086E-4DEB-BFB8-0BD8C900EEA7}" dt="2026-06-25T10:35:52.723" v="403" actId="313"/>
        <pc:sldMkLst>
          <pc:docMk/>
          <pc:sldMk cId="1549500400" sldId="265"/>
        </pc:sldMkLst>
        <pc:spChg chg="mod">
          <ac:chgData name="Carlos Ruiz Oyarzun" userId="e96a5f20-7057-4b0b-8a65-ec119c950296" providerId="ADAL" clId="{F9162BF9-086E-4DEB-BFB8-0BD8C900EEA7}" dt="2026-06-25T10:01:42.878" v="259" actId="20577"/>
          <ac:spMkLst>
            <pc:docMk/>
            <pc:sldMk cId="1549500400" sldId="265"/>
            <ac:spMk id="3" creationId="{30A70555-2D95-03CA-9F61-C90BA9CB4F93}"/>
          </ac:spMkLst>
        </pc:spChg>
        <pc:spChg chg="mod">
          <ac:chgData name="Carlos Ruiz Oyarzun" userId="e96a5f20-7057-4b0b-8a65-ec119c950296" providerId="ADAL" clId="{F9162BF9-086E-4DEB-BFB8-0BD8C900EEA7}" dt="2026-06-25T10:35:13.414" v="384" actId="313"/>
          <ac:spMkLst>
            <pc:docMk/>
            <pc:sldMk cId="1549500400" sldId="265"/>
            <ac:spMk id="5" creationId="{4E7E6EAC-9D5C-FB1B-156E-01B228BEC356}"/>
          </ac:spMkLst>
        </pc:spChg>
        <pc:spChg chg="mod">
          <ac:chgData name="Carlos Ruiz Oyarzun" userId="e96a5f20-7057-4b0b-8a65-ec119c950296" providerId="ADAL" clId="{F9162BF9-086E-4DEB-BFB8-0BD8C900EEA7}" dt="2026-06-25T10:35:14.720" v="385" actId="313"/>
          <ac:spMkLst>
            <pc:docMk/>
            <pc:sldMk cId="1549500400" sldId="265"/>
            <ac:spMk id="6" creationId="{3D46D4D0-480F-7488-C57D-EB58CED2542B}"/>
          </ac:spMkLst>
        </pc:spChg>
        <pc:spChg chg="mod">
          <ac:chgData name="Carlos Ruiz Oyarzun" userId="e96a5f20-7057-4b0b-8a65-ec119c950296" providerId="ADAL" clId="{F9162BF9-086E-4DEB-BFB8-0BD8C900EEA7}" dt="2026-06-25T10:35:15.890" v="386" actId="313"/>
          <ac:spMkLst>
            <pc:docMk/>
            <pc:sldMk cId="1549500400" sldId="265"/>
            <ac:spMk id="7" creationId="{0A22E4B9-80A2-588E-8B8E-C98905C2637E}"/>
          </ac:spMkLst>
        </pc:spChg>
        <pc:spChg chg="mod">
          <ac:chgData name="Carlos Ruiz Oyarzun" userId="e96a5f20-7057-4b0b-8a65-ec119c950296" providerId="ADAL" clId="{F9162BF9-086E-4DEB-BFB8-0BD8C900EEA7}" dt="2026-06-25T10:35:20.764" v="389" actId="313"/>
          <ac:spMkLst>
            <pc:docMk/>
            <pc:sldMk cId="1549500400" sldId="265"/>
            <ac:spMk id="8" creationId="{C9E7D7CA-A68E-D5D0-D33C-AC4456182463}"/>
          </ac:spMkLst>
        </pc:spChg>
        <pc:spChg chg="mod">
          <ac:chgData name="Carlos Ruiz Oyarzun" userId="e96a5f20-7057-4b0b-8a65-ec119c950296" providerId="ADAL" clId="{F9162BF9-086E-4DEB-BFB8-0BD8C900EEA7}" dt="2026-06-25T10:35:52.723" v="403" actId="313"/>
          <ac:spMkLst>
            <pc:docMk/>
            <pc:sldMk cId="1549500400" sldId="265"/>
            <ac:spMk id="9" creationId="{9487FA0D-3936-F8FF-3166-0B97ADFB796B}"/>
          </ac:spMkLst>
        </pc:spChg>
      </pc:sldChg>
      <pc:sldChg chg="modSp mod">
        <pc:chgData name="Carlos Ruiz Oyarzun" userId="e96a5f20-7057-4b0b-8a65-ec119c950296" providerId="ADAL" clId="{F9162BF9-086E-4DEB-BFB8-0BD8C900EEA7}" dt="2026-06-25T10:34:40.030" v="368" actId="20577"/>
        <pc:sldMkLst>
          <pc:docMk/>
          <pc:sldMk cId="3562682720" sldId="266"/>
        </pc:sldMkLst>
        <pc:spChg chg="mod">
          <ac:chgData name="Carlos Ruiz Oyarzun" userId="e96a5f20-7057-4b0b-8a65-ec119c950296" providerId="ADAL" clId="{F9162BF9-086E-4DEB-BFB8-0BD8C900EEA7}" dt="2026-06-25T10:34:29.595" v="360" actId="20577"/>
          <ac:spMkLst>
            <pc:docMk/>
            <pc:sldMk cId="3562682720" sldId="266"/>
            <ac:spMk id="5" creationId="{0925F478-28C2-7DB5-CEE8-E690B893E3A0}"/>
          </ac:spMkLst>
        </pc:spChg>
        <pc:spChg chg="mod">
          <ac:chgData name="Carlos Ruiz Oyarzun" userId="e96a5f20-7057-4b0b-8a65-ec119c950296" providerId="ADAL" clId="{F9162BF9-086E-4DEB-BFB8-0BD8C900EEA7}" dt="2026-06-25T10:34:32.842" v="362" actId="20577"/>
          <ac:spMkLst>
            <pc:docMk/>
            <pc:sldMk cId="3562682720" sldId="266"/>
            <ac:spMk id="6" creationId="{7C27FDB1-82B1-2855-14C7-B1B55C8D9C6A}"/>
          </ac:spMkLst>
        </pc:spChg>
        <pc:spChg chg="mod">
          <ac:chgData name="Carlos Ruiz Oyarzun" userId="e96a5f20-7057-4b0b-8a65-ec119c950296" providerId="ADAL" clId="{F9162BF9-086E-4DEB-BFB8-0BD8C900EEA7}" dt="2026-06-25T10:34:37.130" v="366" actId="20577"/>
          <ac:spMkLst>
            <pc:docMk/>
            <pc:sldMk cId="3562682720" sldId="266"/>
            <ac:spMk id="7" creationId="{C1B1DEEC-17CD-0040-6F3C-98DE80239F17}"/>
          </ac:spMkLst>
        </pc:spChg>
        <pc:spChg chg="mod">
          <ac:chgData name="Carlos Ruiz Oyarzun" userId="e96a5f20-7057-4b0b-8a65-ec119c950296" providerId="ADAL" clId="{F9162BF9-086E-4DEB-BFB8-0BD8C900EEA7}" dt="2026-06-25T10:34:40.030" v="368" actId="20577"/>
          <ac:spMkLst>
            <pc:docMk/>
            <pc:sldMk cId="3562682720" sldId="266"/>
            <ac:spMk id="8" creationId="{82AC0B81-7413-62A7-2C1B-68ADBCE36FF1}"/>
          </ac:spMkLst>
        </pc:spChg>
        <pc:spChg chg="mod">
          <ac:chgData name="Carlos Ruiz Oyarzun" userId="e96a5f20-7057-4b0b-8a65-ec119c950296" providerId="ADAL" clId="{F9162BF9-086E-4DEB-BFB8-0BD8C900EEA7}" dt="2026-06-25T10:34:17.880" v="358" actId="1076"/>
          <ac:spMkLst>
            <pc:docMk/>
            <pc:sldMk cId="3562682720" sldId="266"/>
            <ac:spMk id="18" creationId="{627AFAB3-C6AF-9C3A-864F-4BEE935E2933}"/>
          </ac:spMkLst>
        </pc:spChg>
        <pc:spChg chg="mod">
          <ac:chgData name="Carlos Ruiz Oyarzun" userId="e96a5f20-7057-4b0b-8a65-ec119c950296" providerId="ADAL" clId="{F9162BF9-086E-4DEB-BFB8-0BD8C900EEA7}" dt="2026-06-25T10:34:01.230" v="355" actId="1076"/>
          <ac:spMkLst>
            <pc:docMk/>
            <pc:sldMk cId="3562682720" sldId="266"/>
            <ac:spMk id="19" creationId="{F7F10A4E-ADED-4C5D-3E3F-1A907A23D71B}"/>
          </ac:spMkLst>
        </pc:spChg>
      </pc:sldChg>
      <pc:sldChg chg="modSp mod">
        <pc:chgData name="Carlos Ruiz Oyarzun" userId="e96a5f20-7057-4b0b-8a65-ec119c950296" providerId="ADAL" clId="{F9162BF9-086E-4DEB-BFB8-0BD8C900EEA7}" dt="2026-06-25T10:33:29.852" v="340" actId="20577"/>
        <pc:sldMkLst>
          <pc:docMk/>
          <pc:sldMk cId="3546342" sldId="267"/>
        </pc:sldMkLst>
        <pc:spChg chg="mod">
          <ac:chgData name="Carlos Ruiz Oyarzun" userId="e96a5f20-7057-4b0b-8a65-ec119c950296" providerId="ADAL" clId="{F9162BF9-086E-4DEB-BFB8-0BD8C900EEA7}" dt="2026-06-25T10:33:06.971" v="321" actId="313"/>
          <ac:spMkLst>
            <pc:docMk/>
            <pc:sldMk cId="3546342" sldId="267"/>
            <ac:spMk id="5" creationId="{01128C42-CFBC-C496-6E21-B32687F7CC05}"/>
          </ac:spMkLst>
        </pc:spChg>
        <pc:spChg chg="mod">
          <ac:chgData name="Carlos Ruiz Oyarzun" userId="e96a5f20-7057-4b0b-8a65-ec119c950296" providerId="ADAL" clId="{F9162BF9-086E-4DEB-BFB8-0BD8C900EEA7}" dt="2026-06-25T10:33:21.670" v="332" actId="313"/>
          <ac:spMkLst>
            <pc:docMk/>
            <pc:sldMk cId="3546342" sldId="267"/>
            <ac:spMk id="6" creationId="{04B40A6A-3D7B-7A4F-28FC-193AEE6F4D57}"/>
          </ac:spMkLst>
        </pc:spChg>
        <pc:spChg chg="mod">
          <ac:chgData name="Carlos Ruiz Oyarzun" userId="e96a5f20-7057-4b0b-8a65-ec119c950296" providerId="ADAL" clId="{F9162BF9-086E-4DEB-BFB8-0BD8C900EEA7}" dt="2026-06-25T10:33:19.512" v="331" actId="313"/>
          <ac:spMkLst>
            <pc:docMk/>
            <pc:sldMk cId="3546342" sldId="267"/>
            <ac:spMk id="7" creationId="{255109A3-7546-23FE-1567-08CC8BB3225D}"/>
          </ac:spMkLst>
        </pc:spChg>
        <pc:spChg chg="mod">
          <ac:chgData name="Carlos Ruiz Oyarzun" userId="e96a5f20-7057-4b0b-8a65-ec119c950296" providerId="ADAL" clId="{F9162BF9-086E-4DEB-BFB8-0BD8C900EEA7}" dt="2026-06-25T10:33:29.852" v="340" actId="20577"/>
          <ac:spMkLst>
            <pc:docMk/>
            <pc:sldMk cId="3546342" sldId="267"/>
            <ac:spMk id="8" creationId="{7F77D382-EB54-E4F2-634B-0B83C1380D9A}"/>
          </ac:spMkLst>
        </pc:spChg>
      </pc:sldChg>
      <pc:sldChg chg="delSp modSp mod">
        <pc:chgData name="Carlos Ruiz Oyarzun" userId="e96a5f20-7057-4b0b-8a65-ec119c950296" providerId="ADAL" clId="{F9162BF9-086E-4DEB-BFB8-0BD8C900EEA7}" dt="2026-06-25T10:32:38.970" v="301" actId="313"/>
        <pc:sldMkLst>
          <pc:docMk/>
          <pc:sldMk cId="1161237126" sldId="268"/>
        </pc:sldMkLst>
        <pc:spChg chg="mod">
          <ac:chgData name="Carlos Ruiz Oyarzun" userId="e96a5f20-7057-4b0b-8a65-ec119c950296" providerId="ADAL" clId="{F9162BF9-086E-4DEB-BFB8-0BD8C900EEA7}" dt="2026-06-25T10:32:38.970" v="301" actId="313"/>
          <ac:spMkLst>
            <pc:docMk/>
            <pc:sldMk cId="1161237126" sldId="268"/>
            <ac:spMk id="5" creationId="{E6586403-84E3-F935-EBF8-4FE36CCFE980}"/>
          </ac:spMkLst>
        </pc:spChg>
        <pc:spChg chg="mod">
          <ac:chgData name="Carlos Ruiz Oyarzun" userId="e96a5f20-7057-4b0b-8a65-ec119c950296" providerId="ADAL" clId="{F9162BF9-086E-4DEB-BFB8-0BD8C900EEA7}" dt="2026-06-25T10:32:25.897" v="296" actId="313"/>
          <ac:spMkLst>
            <pc:docMk/>
            <pc:sldMk cId="1161237126" sldId="268"/>
            <ac:spMk id="7" creationId="{AFFA3FE7-8DB6-681C-895D-BC35407C06B6}"/>
          </ac:spMkLst>
        </pc:spChg>
        <pc:spChg chg="mod">
          <ac:chgData name="Carlos Ruiz Oyarzun" userId="e96a5f20-7057-4b0b-8a65-ec119c950296" providerId="ADAL" clId="{F9162BF9-086E-4DEB-BFB8-0BD8C900EEA7}" dt="2026-06-25T10:32:29.796" v="299" actId="20577"/>
          <ac:spMkLst>
            <pc:docMk/>
            <pc:sldMk cId="1161237126" sldId="268"/>
            <ac:spMk id="8" creationId="{DBF00B0F-41F7-CDD7-6367-B4682D8C46EC}"/>
          </ac:spMkLst>
        </pc:spChg>
        <pc:spChg chg="del">
          <ac:chgData name="Carlos Ruiz Oyarzun" userId="e96a5f20-7057-4b0b-8a65-ec119c950296" providerId="ADAL" clId="{F9162BF9-086E-4DEB-BFB8-0BD8C900EEA7}" dt="2026-06-25T10:32:35.580" v="300" actId="478"/>
          <ac:spMkLst>
            <pc:docMk/>
            <pc:sldMk cId="1161237126" sldId="268"/>
            <ac:spMk id="9" creationId="{5386124B-E1F7-C07E-DD10-BFF206DBEE3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86E45A-C90F-4ED4-8B48-9EEDA5495BF8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220CDC1-5226-42ED-AD23-9F291531DA5C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42549406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dirty="0">
              <a:solidFill>
                <a:srgbClr val="2B2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3360072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dirty="0">
              <a:solidFill>
                <a:srgbClr val="2B2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64353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sz="1400" dirty="0">
              <a:solidFill>
                <a:srgbClr val="2B2B2B"/>
              </a:solidFill>
              <a:latin typeface="Aptos" panose="020B0004020202020204" pitchFamily="34" charset="0"/>
            </a:endParaRP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8282301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Solo presentar el mapa general. En la siguiente se entra en detalle.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4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6266710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Esta es la slide central. Explicar con calma las fases y remarcar la idea de control del flujo.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5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88884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Slide de transiciÃ³n. Solo anunciar el caso.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6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2296877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Explicar que el Agente 1 no analiza aÃºn. Primero formaliza el problema de datos.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7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095703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Remarcar la conexiÃ³n entre razonamiento analÃ­tico y ejecuciÃ³n verificable.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8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8693435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Cerrar el ejemplo con la idea de explicabilidad.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9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1918695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Explicar con claridad cÃ³mo se juzga el sistema.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10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6761336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Leer la tendencia con honestidad y remarcar el matiz de calidad en los casos completados.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11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0292737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Slide breve de honestidad metodolÃ³gica.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12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706371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sz="1400">
                <a:solidFill>
                  <a:srgbClr val="2B2B2B"/>
                </a:solidFill>
                <a:latin typeface="Aptos" panose="020B0004020202020204" pitchFamily="34" charset="0"/>
              </a:rPr>
              <a:t>Cerrar con una frase clara y fÃ¡cil de recordar.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220CDC1-5226-42ED-AD23-9F291531DA5C}" type="slidenum">
              <a:rPr lang="es-ES" smtClean="0"/>
              <a:t>13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9860439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26DD7C9-FF52-61B0-6003-466383E2E4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41A4AE0-48D9-12D8-FB68-9701129DBBA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E1E21CE-5C32-CAD0-21D5-DF324A894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9052559-2FAB-A5F8-22ED-3536699690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174754D-B0C2-9031-0A3A-C3D694C732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5987836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2D1CFE-A99E-6BBE-D4FB-767BD6A64E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E18B310-C02A-4B68-1C9F-2444D0AC30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EB37FA4-BABF-B27C-1723-31449BB52D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6083DA9-7D89-4414-75E7-D5A66B0C8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5F3A9A1-DBED-4F96-5367-C3EAB0083F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625444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847F94-7AED-0A07-27C9-3B253B58BE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366B54C-F7F1-53E8-FC7D-9FDB4A1F627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E67508-55BB-8DD3-1C1C-34CD173431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8176B592-00AE-B83A-A6F7-D520D8C08F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051FFC5-0CFE-8551-7D61-1760A6B33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0499556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08EBC8-614E-628B-00EB-5E2C28761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945EB5F-0D7C-2793-B6E1-D229E57EBB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2F72B334-8678-3AB5-1EC9-DD1DB56883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8BCAE73-6C4A-DBDF-3C79-799730391C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EE5CC15-43A3-3DC1-055F-7C8894ACBD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B2FEE3C8-F3B7-4611-8DFB-A5C7B91C4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384974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82F9E7-CEE9-D1F3-B64A-A05840C259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1392B04D-8614-271D-D491-61ED22BFCD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2E26EAC-B782-5773-2DCC-52D44192406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F1FDBE79-F0EC-A880-3F13-7F0AB79EFF3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D6F408BD-0E76-6DAE-B517-DE53025A06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90157A1-5752-49F8-AD19-F79DD92398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E43C2CB-7F01-DF8C-46EA-EF70683342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6B456A79-C4A8-0E4C-8945-5B1E24069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510594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B135BF-3B61-5B19-70B4-6D2A332205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AC73AB9F-4268-E27E-4A03-0BA8AFCE8D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F1921254-C69A-C580-E444-C102D2C6EF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25F019A7-62A1-E762-3A36-1AA6A99622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30404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00A4CE4E-BE28-BF43-9269-FFBA9C1AC7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CE7FC98-AE63-26DA-DD87-77170AFAF6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37A7A66-89C7-219F-9B29-DC1F40CCE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8008941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31E551-E2A8-6349-505E-104C33B4F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12291CCB-37BD-2BBF-F790-919E470732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A7503BF-0E2B-8946-D655-45DE8AD8F6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58954026-B1C4-5E4F-C29D-C66E4F039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6763EBFC-9723-F0D0-309A-9B66E6C2BA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6FF47B2-9B1B-08F8-67B8-31345F475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684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D30BCF-9B7F-46C9-BE8E-A8714109F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B0DA1063-0FC3-CCFD-F605-132B2A3602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S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ECB5CEF-43B9-4E62-1F08-FF1E6E9A22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4277A0C-CAD4-5F63-9D8A-5FA80C8A8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03E139-882F-58E5-9C69-EE71FF1EB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9FF3AB3-07C2-A18E-15F7-EF26EB6A0B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675575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922C42E-1D59-CEF9-A739-CA1D17C9BC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798BE74-70A9-7FDB-36EB-DBB6722C5B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6A1E950-4A68-C399-5DB1-783004BD5A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19C1D4A-B093-65F2-767F-241371DE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4F6EE2-BB7B-B201-C19B-6DF9EEA8C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738354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936EDA56-0E5D-E02A-E378-F1E496DD0F9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0BDCB39-0991-1FE3-F90C-627C01428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9C8EA0A-557E-AEC3-FB09-D2F5EE279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BD61745A-ECF6-5C9E-F083-BB48DD41BD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C68CF17-988A-AF55-F7D5-5276BE4ED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1968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4530D25E-74C5-4A8C-B6D2-56081FA680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6954C6E-2A45-B8B9-3823-50965AE8F5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2D7DF13-87AB-49EA-53B8-AD5D1419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C7751C-6D08-4291-8D2B-3017B01D7C95}" type="datetimeFigureOut">
              <a:rPr lang="es-ES" smtClean="0"/>
              <a:t>25/06/2026</a:t>
            </a:fld>
            <a:endParaRPr lang="es-ES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7F1563A-2D6A-B508-397B-BBFD951BD8B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2C95E6F-0840-A58B-C7B3-61DA6A1C2D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3E15CBD-9648-4C6A-802F-48231A88C6F8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858220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lipse 1">
            <a:extLst>
              <a:ext uri="{FF2B5EF4-FFF2-40B4-BE49-F238E27FC236}">
                <a16:creationId xmlns:a16="http://schemas.microsoft.com/office/drawing/2014/main" id="{CB26568C-2094-2C66-8C00-B61728A71912}"/>
              </a:ext>
            </a:extLst>
          </p:cNvPr>
          <p:cNvSpPr/>
          <p:nvPr/>
        </p:nvSpPr>
        <p:spPr>
          <a:xfrm>
            <a:off x="9182100" y="660400"/>
            <a:ext cx="2095500" cy="2095500"/>
          </a:xfrm>
          <a:prstGeom prst="ellipse">
            <a:avLst/>
          </a:prstGeom>
          <a:solidFill>
            <a:srgbClr val="F6EEE7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Elipse 2">
            <a:extLst>
              <a:ext uri="{FF2B5EF4-FFF2-40B4-BE49-F238E27FC236}">
                <a16:creationId xmlns:a16="http://schemas.microsoft.com/office/drawing/2014/main" id="{9A981AD5-6F6D-6935-FFB0-76E7DCBCB51B}"/>
              </a:ext>
            </a:extLst>
          </p:cNvPr>
          <p:cNvSpPr/>
          <p:nvPr/>
        </p:nvSpPr>
        <p:spPr>
          <a:xfrm>
            <a:off x="10058400" y="2311400"/>
            <a:ext cx="1041400" cy="1041400"/>
          </a:xfrm>
          <a:prstGeom prst="ellipse">
            <a:avLst/>
          </a:prstGeom>
          <a:solidFill>
            <a:srgbClr val="C8E7F2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E5516D95-74B8-1C02-850F-976C26A7C329}"/>
              </a:ext>
            </a:extLst>
          </p:cNvPr>
          <p:cNvSpPr txBox="1"/>
          <p:nvPr/>
        </p:nvSpPr>
        <p:spPr>
          <a:xfrm>
            <a:off x="812800" y="923320"/>
            <a:ext cx="7366000" cy="156966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3200" dirty="0"/>
              <a:t>Sistema LLM para análisis financiero histórico mediante generación  automática de código</a:t>
            </a:r>
            <a:endParaRPr lang="es-ES" sz="3000" b="1" dirty="0">
              <a:solidFill>
                <a:srgbClr val="4D3217"/>
              </a:solidFill>
              <a:latin typeface="Aptos Display" panose="020B0004020202020204" pitchFamily="34" charset="0"/>
            </a:endParaRP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88802DB3-16F7-4363-818A-C92CBF46AB8D}"/>
              </a:ext>
            </a:extLst>
          </p:cNvPr>
          <p:cNvSpPr txBox="1"/>
          <p:nvPr/>
        </p:nvSpPr>
        <p:spPr>
          <a:xfrm>
            <a:off x="812800" y="2518718"/>
            <a:ext cx="66040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900" dirty="0">
                <a:solidFill>
                  <a:srgbClr val="7E6B5A"/>
                </a:solidFill>
                <a:latin typeface="Aptos" panose="020B0004020202020204" pitchFamily="34" charset="0"/>
              </a:rPr>
              <a:t>Master de Formación Permanente de Deep </a:t>
            </a:r>
            <a:r>
              <a:rPr lang="es-ES" sz="1900" dirty="0" err="1">
                <a:solidFill>
                  <a:srgbClr val="7E6B5A"/>
                </a:solidFill>
                <a:latin typeface="Aptos" panose="020B0004020202020204" pitchFamily="34" charset="0"/>
              </a:rPr>
              <a:t>Learning</a:t>
            </a:r>
            <a:endParaRPr lang="es-ES" sz="1900" dirty="0">
              <a:solidFill>
                <a:srgbClr val="7E6B5A"/>
              </a:solidFill>
              <a:latin typeface="Aptos" panose="020B0004020202020204" pitchFamily="34" charset="0"/>
            </a:endParaRP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81418493-440D-25A8-1FFC-75BBFEEC267F}"/>
              </a:ext>
            </a:extLst>
          </p:cNvPr>
          <p:cNvSpPr/>
          <p:nvPr/>
        </p:nvSpPr>
        <p:spPr>
          <a:xfrm>
            <a:off x="812800" y="3429000"/>
            <a:ext cx="2959100" cy="9144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Autor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Carlos Ruiz Oyarzun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A0C966B-FF3D-E956-5CDA-2A5477C6A35B}"/>
              </a:ext>
            </a:extLst>
          </p:cNvPr>
          <p:cNvSpPr/>
          <p:nvPr/>
        </p:nvSpPr>
        <p:spPr>
          <a:xfrm>
            <a:off x="812800" y="4707692"/>
            <a:ext cx="2959100" cy="9144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Tutores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Adrián Girón Jiménez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Alejandro Delgado Peribáñez</a:t>
            </a:r>
          </a:p>
        </p:txBody>
      </p:sp>
    </p:spTree>
    <p:extLst>
      <p:ext uri="{BB962C8B-B14F-4D97-AF65-F5344CB8AC3E}">
        <p14:creationId xmlns:p14="http://schemas.microsoft.com/office/powerpoint/2010/main" val="29668552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E0F4C12F-5F47-3D27-2F56-EB42D80334CB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20D7685C-ECB0-3C2A-AE8F-7CF44B474E4F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 dirty="0">
                <a:solidFill>
                  <a:srgbClr val="4D3217"/>
                </a:solidFill>
                <a:latin typeface="Aptos Display" panose="020B0004020202020204" pitchFamily="34" charset="0"/>
              </a:rPr>
              <a:t>Idea y motivación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8E1814A-3F04-7951-8A9C-21F381B3FDC9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264E297B-3DB6-92CD-C8D1-9616DE5AB7EB}"/>
              </a:ext>
            </a:extLst>
          </p:cNvPr>
          <p:cNvSpPr/>
          <p:nvPr/>
        </p:nvSpPr>
        <p:spPr>
          <a:xfrm>
            <a:off x="736600" y="1600200"/>
            <a:ext cx="4953000" cy="16002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Pregunta de partida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Si un LLM ya puede interpretar consultas y generar código, ¿puede ayudar a explicar mejor qué muestran los datos históricos de bolsa?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A2911F1-8654-8A82-95CC-229380F00530}"/>
              </a:ext>
            </a:extLst>
          </p:cNvPr>
          <p:cNvSpPr/>
          <p:nvPr/>
        </p:nvSpPr>
        <p:spPr>
          <a:xfrm>
            <a:off x="6121400" y="1600200"/>
            <a:ext cx="4953000" cy="16002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Lo que querí­a evitar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Una respuesta de caja negra que no deje claros ni los datos usados ni los cálculos realizados.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D7CB835-2BC7-C93C-66D4-06F13A5414F1}"/>
              </a:ext>
            </a:extLst>
          </p:cNvPr>
          <p:cNvSpPr txBox="1"/>
          <p:nvPr/>
        </p:nvSpPr>
        <p:spPr>
          <a:xfrm>
            <a:off x="762000" y="3860800"/>
            <a:ext cx="10312400" cy="1015663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2000" dirty="0">
                <a:solidFill>
                  <a:srgbClr val="2B2B2B"/>
                </a:solidFill>
                <a:latin typeface="Aptos" panose="020B0004020202020204" pitchFamily="34" charset="0"/>
              </a:rPr>
              <a:t>La idea no era construir un asesor financiero ni un sistema de predicción, sino una herramienta de apoyo que ayudara a interpretar datos históricos de forma más explicativa, trazable y controlada.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34B16032-AD19-C151-DA3B-FF3E90E95B87}"/>
              </a:ext>
            </a:extLst>
          </p:cNvPr>
          <p:cNvSpPr txBox="1"/>
          <p:nvPr/>
        </p:nvSpPr>
        <p:spPr>
          <a:xfrm>
            <a:off x="1041400" y="5130800"/>
            <a:ext cx="9652000" cy="112851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s-ES" dirty="0">
                <a:solidFill>
                  <a:srgbClr val="2B2B2B"/>
                </a:solidFill>
                <a:latin typeface="Aptos" panose="020B0004020202020204" pitchFamily="34" charset="0"/>
              </a:rPr>
              <a:t>Uso de agentes para dividir el trabajo en fases.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s-ES" dirty="0">
                <a:solidFill>
                  <a:srgbClr val="2B2B2B"/>
                </a:solidFill>
                <a:latin typeface="Aptos" panose="020B0004020202020204" pitchFamily="34" charset="0"/>
              </a:rPr>
              <a:t>Artefactos intermedios que puedan revisarse.</a:t>
            </a:r>
          </a:p>
          <a:p>
            <a:pPr marL="342900" indent="-342900">
              <a:spcAft>
                <a:spcPts val="800"/>
              </a:spcAft>
              <a:buFont typeface="+mj-lt"/>
              <a:buChar char="•"/>
            </a:pPr>
            <a:r>
              <a:rPr lang="es-ES" dirty="0">
                <a:solidFill>
                  <a:srgbClr val="2B2B2B"/>
                </a:solidFill>
                <a:latin typeface="Aptos" panose="020B0004020202020204" pitchFamily="34" charset="0"/>
              </a:rPr>
              <a:t>Explicación final legible para el usuario.</a:t>
            </a:r>
          </a:p>
        </p:txBody>
      </p:sp>
    </p:spTree>
    <p:extLst>
      <p:ext uri="{BB962C8B-B14F-4D97-AF65-F5344CB8AC3E}">
        <p14:creationId xmlns:p14="http://schemas.microsoft.com/office/powerpoint/2010/main" val="347902671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93F84DC-AF82-04D6-AA3C-4D590AAFE55A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CAAF1CF1-8D88-7DD6-75D0-0F70ED53DC4A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 dirty="0">
                <a:solidFill>
                  <a:srgbClr val="4D3217"/>
                </a:solidFill>
                <a:latin typeface="Aptos Display" panose="020B0004020202020204" pitchFamily="34" charset="0"/>
              </a:rPr>
              <a:t>Estado del arte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17ECC4A-6ECC-370C-FCEF-0CBCFCE6E142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F4A14CF-0E78-2C01-832B-56B36A596B75}"/>
              </a:ext>
            </a:extLst>
          </p:cNvPr>
          <p:cNvSpPr/>
          <p:nvPr/>
        </p:nvSpPr>
        <p:spPr>
          <a:xfrm>
            <a:off x="736600" y="1676400"/>
            <a:ext cx="3175000" cy="17272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 err="1">
                <a:solidFill>
                  <a:srgbClr val="4D3217"/>
                </a:solidFill>
                <a:latin typeface="Aptos Display" panose="020B0004020202020204" pitchFamily="34" charset="0"/>
              </a:rPr>
              <a:t>LLMs</a:t>
            </a:r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 y código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Los modelos actuales no solo generan texto: también pueden interpretar instrucciones y producir cÃ³digo ejecutable.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11D478A-AA08-9103-E5A1-30B97B1B0F5E}"/>
              </a:ext>
            </a:extLst>
          </p:cNvPr>
          <p:cNvSpPr/>
          <p:nvPr/>
        </p:nvSpPr>
        <p:spPr>
          <a:xfrm>
            <a:off x="4292600" y="1676400"/>
            <a:ext cx="3175000" cy="17272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Análisis de datos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Esto resulta útil cuando una consulta en lenguaje natural debe convertirse en operaciones de carga, filtrado y cálculo.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5CF268B0-BC92-281B-A1D6-0209D5338880}"/>
              </a:ext>
            </a:extLst>
          </p:cNvPr>
          <p:cNvSpPr/>
          <p:nvPr/>
        </p:nvSpPr>
        <p:spPr>
          <a:xfrm>
            <a:off x="7848600" y="1676400"/>
            <a:ext cx="3175000" cy="17272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Problema en finanzas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Una respuesta convincente no garantiza trazabilidad ni fiabilidad, y ese riesgo es especialmente delicado en este dominio.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9C36944E-EB62-7B89-1A58-6A09A7B4E671}"/>
              </a:ext>
            </a:extLst>
          </p:cNvPr>
          <p:cNvSpPr txBox="1"/>
          <p:nvPr/>
        </p:nvSpPr>
        <p:spPr>
          <a:xfrm>
            <a:off x="762000" y="4191000"/>
            <a:ext cx="10312400" cy="6771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900" dirty="0">
                <a:solidFill>
                  <a:srgbClr val="2B2B2B"/>
                </a:solidFill>
                <a:latin typeface="Aptos" panose="020B0004020202020204" pitchFamily="34" charset="0"/>
              </a:rPr>
              <a:t>El hueco que cubre este trabajo no es entrenar un modelo nuevo, sino integrarlo en una arquitectura que ayude a interpretar y explicar mejor los datos con más control.</a:t>
            </a:r>
          </a:p>
        </p:txBody>
      </p:sp>
    </p:spTree>
    <p:extLst>
      <p:ext uri="{BB962C8B-B14F-4D97-AF65-F5344CB8AC3E}">
        <p14:creationId xmlns:p14="http://schemas.microsoft.com/office/powerpoint/2010/main" val="33867200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F035C9A-5A7B-07D3-5698-9D927B27CADD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3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54F73BF-789D-B957-24B5-8108AE95FBA2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 dirty="0">
                <a:solidFill>
                  <a:srgbClr val="4D3217"/>
                </a:solidFill>
                <a:latin typeface="Aptos Display" panose="020B0004020202020204" pitchFamily="34" charset="0"/>
              </a:rPr>
              <a:t>Visión general del sistema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1301823-1ADB-7004-6611-0D31488A422C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F5CC1F57-344A-4243-D600-BEFCA690BA10}"/>
              </a:ext>
            </a:extLst>
          </p:cNvPr>
          <p:cNvSpPr/>
          <p:nvPr/>
        </p:nvSpPr>
        <p:spPr>
          <a:xfrm>
            <a:off x="762000" y="1981200"/>
            <a:ext cx="2159000" cy="12192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Entrada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Consulta del usuario en lenguaje natural.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C56136A0-1759-D5D2-6DF5-8FF57DC5D563}"/>
              </a:ext>
            </a:extLst>
          </p:cNvPr>
          <p:cNvSpPr/>
          <p:nvPr/>
        </p:nvSpPr>
        <p:spPr>
          <a:xfrm>
            <a:off x="3378200" y="1727200"/>
            <a:ext cx="4953000" cy="17272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pt-BR" sz="1700" b="1" dirty="0" err="1">
                <a:solidFill>
                  <a:srgbClr val="4D3217"/>
                </a:solidFill>
                <a:latin typeface="Aptos Display" panose="020B0004020202020204" pitchFamily="34" charset="0"/>
              </a:rPr>
              <a:t>NÃºcleo</a:t>
            </a:r>
            <a:r>
              <a:rPr lang="pt-BR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 multiagente</a:t>
            </a:r>
          </a:p>
          <a:p>
            <a:pPr algn="ctr"/>
            <a:r>
              <a:rPr lang="pt-BR" sz="1500" dirty="0" err="1">
                <a:solidFill>
                  <a:srgbClr val="2B2B2B"/>
                </a:solidFill>
                <a:latin typeface="Aptos" panose="020B0004020202020204" pitchFamily="34" charset="0"/>
              </a:rPr>
              <a:t>Datos</a:t>
            </a:r>
            <a:r>
              <a:rPr lang="pt-BR" sz="1500" dirty="0">
                <a:solidFill>
                  <a:srgbClr val="2B2B2B"/>
                </a:solidFill>
                <a:latin typeface="Aptos" panose="020B0004020202020204" pitchFamily="34" charset="0"/>
              </a:rPr>
              <a:t>, planificaciÃ³n, cÃ³digo, validaciÃ³n, ejecuciÃ³n e interpretaciÃ³n.</a:t>
            </a:r>
            <a:endParaRPr lang="es-ES" sz="1500" dirty="0">
              <a:solidFill>
                <a:srgbClr val="2B2B2B"/>
              </a:solidFill>
              <a:latin typeface="Aptos" panose="020B0004020202020204" pitchFamily="34" charset="0"/>
            </a:endParaRP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97C484F5-0EA3-5CDD-C892-BE958475A84E}"/>
              </a:ext>
            </a:extLst>
          </p:cNvPr>
          <p:cNvSpPr/>
          <p:nvPr/>
        </p:nvSpPr>
        <p:spPr>
          <a:xfrm>
            <a:off x="8788400" y="1981200"/>
            <a:ext cx="2235200" cy="12192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Salida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Respuesta final legible y apoyada en </a:t>
            </a:r>
            <a:r>
              <a:rPr lang="es-ES" sz="1500" dirty="0" err="1">
                <a:solidFill>
                  <a:srgbClr val="2B2B2B"/>
                </a:solidFill>
                <a:latin typeface="Aptos" panose="020B0004020202020204" pitchFamily="34" charset="0"/>
              </a:rPr>
              <a:t>cÃ¡lculos</a:t>
            </a:r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 observables.</a:t>
            </a:r>
          </a:p>
        </p:txBody>
      </p:sp>
      <p:cxnSp>
        <p:nvCxnSpPr>
          <p:cNvPr id="8" name="Conector recto 7">
            <a:extLst>
              <a:ext uri="{FF2B5EF4-FFF2-40B4-BE49-F238E27FC236}">
                <a16:creationId xmlns:a16="http://schemas.microsoft.com/office/drawing/2014/main" id="{8970D468-BFF2-1C53-8B54-B7F20B2C6752}"/>
              </a:ext>
            </a:extLst>
          </p:cNvPr>
          <p:cNvCxnSpPr/>
          <p:nvPr/>
        </p:nvCxnSpPr>
        <p:spPr>
          <a:xfrm>
            <a:off x="2921000" y="2590800"/>
            <a:ext cx="457200" cy="0"/>
          </a:xfrm>
          <a:prstGeom prst="line">
            <a:avLst/>
          </a:prstGeom>
          <a:ln w="22860">
            <a:solidFill>
              <a:srgbClr val="9582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ector recto 8">
            <a:extLst>
              <a:ext uri="{FF2B5EF4-FFF2-40B4-BE49-F238E27FC236}">
                <a16:creationId xmlns:a16="http://schemas.microsoft.com/office/drawing/2014/main" id="{CE0647E2-C74D-FCBB-B4B4-ED3701116439}"/>
              </a:ext>
            </a:extLst>
          </p:cNvPr>
          <p:cNvCxnSpPr/>
          <p:nvPr/>
        </p:nvCxnSpPr>
        <p:spPr>
          <a:xfrm>
            <a:off x="8331200" y="2590800"/>
            <a:ext cx="457200" cy="0"/>
          </a:xfrm>
          <a:prstGeom prst="line">
            <a:avLst/>
          </a:prstGeom>
          <a:ln w="22860">
            <a:solidFill>
              <a:srgbClr val="95827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CuadroTexto 9">
            <a:extLst>
              <a:ext uri="{FF2B5EF4-FFF2-40B4-BE49-F238E27FC236}">
                <a16:creationId xmlns:a16="http://schemas.microsoft.com/office/drawing/2014/main" id="{723F9943-E647-D37E-AA53-55FAC5C47A43}"/>
              </a:ext>
            </a:extLst>
          </p:cNvPr>
          <p:cNvSpPr txBox="1"/>
          <p:nvPr/>
        </p:nvSpPr>
        <p:spPr>
          <a:xfrm>
            <a:off x="787400" y="4241800"/>
            <a:ext cx="102870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2000">
                <a:solidFill>
                  <a:srgbClr val="2B2B2B"/>
                </a:solidFill>
                <a:latin typeface="Aptos" panose="020B0004020202020204" pitchFamily="34" charset="0"/>
              </a:rPr>
              <a:t>La ayuda al usuario no surge de una Ãºnica llamada al modelo, sino de un recorrido completo con fases diferenciadas y artefactos inspeccionables.</a:t>
            </a:r>
          </a:p>
        </p:txBody>
      </p:sp>
    </p:spTree>
    <p:extLst>
      <p:ext uri="{BB962C8B-B14F-4D97-AF65-F5344CB8AC3E}">
        <p14:creationId xmlns:p14="http://schemas.microsoft.com/office/powerpoint/2010/main" val="20777230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7FE67781-D24A-710D-6A21-7F564EA1FCB5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4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58C0AF20-CB19-C3BD-9331-C83409F4F235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 dirty="0">
                <a:solidFill>
                  <a:srgbClr val="4D3217"/>
                </a:solidFill>
                <a:latin typeface="Aptos Display" panose="020B0004020202020204" pitchFamily="34" charset="0"/>
              </a:rPr>
              <a:t>Diagrama del Flujo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8FCC0481-5D6B-4CD1-F040-0CCE7D2BCF1D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8CA647FE-F4EB-1B2A-F9D2-F3745F274E1D}"/>
              </a:ext>
            </a:extLst>
          </p:cNvPr>
          <p:cNvSpPr/>
          <p:nvPr/>
        </p:nvSpPr>
        <p:spPr>
          <a:xfrm>
            <a:off x="685800" y="1625600"/>
            <a:ext cx="2489200" cy="14732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Fase 1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ConstrucciÃ³n y validaciÃ³n del FinancialDataRequest, descarga y normalizaciÃ³n de datos histÃ³ricos.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553F9B4-3A5B-3A06-B1B7-81EE86085B76}"/>
              </a:ext>
            </a:extLst>
          </p:cNvPr>
          <p:cNvSpPr/>
          <p:nvPr/>
        </p:nvSpPr>
        <p:spPr>
          <a:xfrm>
            <a:off x="3403600" y="1625600"/>
            <a:ext cx="2489200" cy="14732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Fase 2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DefiniciÃ³n de mÃ©tricas, columnas necesarias y requisitos de salida.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B8E71FB8-B667-C4CC-F5CA-0EB1BB004AED}"/>
              </a:ext>
            </a:extLst>
          </p:cNvPr>
          <p:cNvSpPr/>
          <p:nvPr/>
        </p:nvSpPr>
        <p:spPr>
          <a:xfrm>
            <a:off x="6121400" y="1625600"/>
            <a:ext cx="2489200" cy="14732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Fase 3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GeneraciÃ³n del script Python ejecutable a partir del plan analÃ­tico.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353AB6CF-396F-575B-94A3-B6907860C954}"/>
              </a:ext>
            </a:extLst>
          </p:cNvPr>
          <p:cNvSpPr/>
          <p:nvPr/>
        </p:nvSpPr>
        <p:spPr>
          <a:xfrm>
            <a:off x="8839200" y="1625600"/>
            <a:ext cx="2235200" cy="1473200"/>
          </a:xfrm>
          <a:prstGeom prst="roundRect">
            <a:avLst/>
          </a:prstGeom>
          <a:solidFill>
            <a:srgbClr val="FBECF3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Fases 4 y 5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ValidaciÃ³n del cÃ³digo, comprobaciÃ³n de la salida real e interpretaciÃ³n final.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89E498EB-37F2-8715-F337-C00B0AB42D98}"/>
              </a:ext>
            </a:extLst>
          </p:cNvPr>
          <p:cNvSpPr txBox="1"/>
          <p:nvPr/>
        </p:nvSpPr>
        <p:spPr>
          <a:xfrm>
            <a:off x="1041400" y="3733800"/>
            <a:ext cx="9652000" cy="146706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s-ES" sz="1900">
                <a:solidFill>
                  <a:srgbClr val="2B2B2B"/>
                </a:solidFill>
                <a:latin typeface="Aptos" panose="020B0004020202020204" pitchFamily="34" charset="0"/>
              </a:rPr>
              <a:t>La arquitectura separa razonamiento, cÃ¡lculo e interpretaciÃ³n.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s-ES" sz="1900">
                <a:solidFill>
                  <a:srgbClr val="2B2B2B"/>
                </a:solidFill>
                <a:latin typeface="Aptos" panose="020B0004020202020204" pitchFamily="34" charset="0"/>
              </a:rPr>
              <a:t>No basta con que el cÃ³digo parezca razonable: debe ejecutarse bien y dejar una salida Ãºtil.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s-ES" sz="1900">
                <a:solidFill>
                  <a:srgbClr val="2B2B2B"/>
                </a:solidFill>
                <a:latin typeface="Aptos" panose="020B0004020202020204" pitchFamily="34" charset="0"/>
              </a:rPr>
              <a:t>Si una fase falla, se activan rutas de reparaciÃ³n especÃ­ficas y acotadas.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01B816CE-7D1D-FE6F-AF5B-4E924C2D9315}"/>
              </a:ext>
            </a:extLst>
          </p:cNvPr>
          <p:cNvSpPr txBox="1"/>
          <p:nvPr/>
        </p:nvSpPr>
        <p:spPr>
          <a:xfrm>
            <a:off x="762000" y="5537200"/>
            <a:ext cx="10312400" cy="64633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b="1">
                <a:solidFill>
                  <a:srgbClr val="4D3217"/>
                </a:solidFill>
                <a:latin typeface="Aptos" panose="020B0004020202020204" pitchFamily="34" charset="0"/>
              </a:rPr>
              <a:t>La aportaciÃ³n principal es que la respuesta final queda respaldada por contratos intermedios, validaciones explÃ­citas y evidencia persistida.</a:t>
            </a:r>
          </a:p>
        </p:txBody>
      </p:sp>
    </p:spTree>
    <p:extLst>
      <p:ext uri="{BB962C8B-B14F-4D97-AF65-F5344CB8AC3E}">
        <p14:creationId xmlns:p14="http://schemas.microsoft.com/office/powerpoint/2010/main" val="2391981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40031494-A08B-C904-45FA-D9DD0A5D1662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5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E686357-FB5B-6021-1FA6-37F2603999E1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 dirty="0">
                <a:solidFill>
                  <a:srgbClr val="4D3217"/>
                </a:solidFill>
                <a:latin typeface="Aptos Display" panose="020B0004020202020204" pitchFamily="34" charset="0"/>
              </a:rPr>
              <a:t>Ejecución de un ejemplo completo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55AAFE9B-A2D3-25BD-605C-39E679BA1935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B1E666A-3E8A-04AE-7731-1198B41D2513}"/>
              </a:ext>
            </a:extLst>
          </p:cNvPr>
          <p:cNvSpPr/>
          <p:nvPr/>
        </p:nvSpPr>
        <p:spPr>
          <a:xfrm>
            <a:off x="736600" y="1752600"/>
            <a:ext cx="4978400" cy="14224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Consulta elegida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Analiza AAPL en 3 meses y explica quÃ© se puede concluir solo con estos datos histÃ³ricos.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EF9C30CB-5D75-AB3F-A781-DF305568442F}"/>
              </a:ext>
            </a:extLst>
          </p:cNvPr>
          <p:cNvSpPr/>
          <p:nvPr/>
        </p:nvSpPr>
        <p:spPr>
          <a:xfrm>
            <a:off x="6121400" y="1752600"/>
            <a:ext cx="4953000" cy="14224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QuÃ© voy a enseÃ±ar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1) Salida del Agente 1. 2) Fragmento del Agente 3. 3) Respuesta final del Agente 5.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166B3E71-2DC1-C7F1-ACED-639C88132BAE}"/>
              </a:ext>
            </a:extLst>
          </p:cNvPr>
          <p:cNvSpPr txBox="1"/>
          <p:nvPr/>
        </p:nvSpPr>
        <p:spPr>
          <a:xfrm>
            <a:off x="1092200" y="3860800"/>
            <a:ext cx="9550400" cy="11746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s-ES" sz="1900">
                <a:solidFill>
                  <a:srgbClr val="2B2B2B"/>
                </a:solidFill>
                <a:latin typeface="Aptos" panose="020B0004020202020204" pitchFamily="34" charset="0"/>
              </a:rPr>
              <a:t>No voy a recorrer todas las trazas del sistema.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s-ES" sz="1900">
                <a:solidFill>
                  <a:srgbClr val="2B2B2B"/>
                </a:solidFill>
                <a:latin typeface="Aptos" panose="020B0004020202020204" pitchFamily="34" charset="0"/>
              </a:rPr>
              <a:t>La idea es enseÃ±ar tres artefactos representativos del recorrido completo.</a:t>
            </a:r>
          </a:p>
          <a:p>
            <a:pPr marL="457200" indent="-457200">
              <a:spcAft>
                <a:spcPts val="800"/>
              </a:spcAft>
              <a:buFont typeface="+mj-lt"/>
              <a:buChar char="•"/>
            </a:pPr>
            <a:r>
              <a:rPr lang="es-ES" sz="1900">
                <a:solidFill>
                  <a:srgbClr val="2B2B2B"/>
                </a:solidFill>
                <a:latin typeface="Aptos" panose="020B0004020202020204" pitchFamily="34" charset="0"/>
              </a:rPr>
              <a:t>AsÃ­ el tribunal puede ver ejemplos concretos del flujo.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16830B4-6136-45D2-F01B-EECB60F396FB}"/>
              </a:ext>
            </a:extLst>
          </p:cNvPr>
          <p:cNvSpPr txBox="1"/>
          <p:nvPr/>
        </p:nvSpPr>
        <p:spPr>
          <a:xfrm>
            <a:off x="762000" y="5562600"/>
            <a:ext cx="10312400" cy="369332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b="1">
                <a:solidFill>
                  <a:srgbClr val="4D3217"/>
                </a:solidFill>
                <a:latin typeface="Aptos" panose="020B0004020202020204" pitchFamily="34" charset="0"/>
              </a:rPr>
              <a:t>Esto sirve como transiciÃ³n entre la arquitectura abstracta y una ejecuciÃ³n real.</a:t>
            </a:r>
          </a:p>
        </p:txBody>
      </p:sp>
    </p:spTree>
    <p:extLst>
      <p:ext uri="{BB962C8B-B14F-4D97-AF65-F5344CB8AC3E}">
        <p14:creationId xmlns:p14="http://schemas.microsoft.com/office/powerpoint/2010/main" val="17446430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200A1E72-9D7A-557C-B76F-CB8F1D2E0B87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6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A6DEFD20-38FA-D848-50A3-FF7E93D1D6DE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>
                <a:solidFill>
                  <a:srgbClr val="4D3217"/>
                </a:solidFill>
                <a:latin typeface="Aptos Display" panose="020B0004020202020204" pitchFamily="34" charset="0"/>
              </a:rPr>
              <a:t>Ejemplo completo: Agente 1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D4CE5964-0DA7-169E-8F53-154FFF6FDA61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83782EA-9B32-5EB1-2D73-AB873E423284}"/>
              </a:ext>
            </a:extLst>
          </p:cNvPr>
          <p:cNvSpPr/>
          <p:nvPr/>
        </p:nvSpPr>
        <p:spPr>
          <a:xfrm>
            <a:off x="685800" y="1625600"/>
            <a:ext cx="5943600" cy="31750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265D44FC-DCF4-15B5-30A6-A6B4D7469199}"/>
              </a:ext>
            </a:extLst>
          </p:cNvPr>
          <p:cNvSpPr/>
          <p:nvPr/>
        </p:nvSpPr>
        <p:spPr>
          <a:xfrm>
            <a:off x="685800" y="1625600"/>
            <a:ext cx="5943600" cy="355600"/>
          </a:xfrm>
          <a:prstGeom prst="rect">
            <a:avLst/>
          </a:prstGeom>
          <a:solidFill>
            <a:srgbClr val="F5E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4D3217"/>
                </a:solidFill>
                <a:latin typeface="Aptos" panose="020B0004020202020204" pitchFamily="34" charset="0"/>
              </a:rPr>
              <a:t>  Salida estructurada del Agente 1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7052E7AA-A7A3-DB7C-A090-9C1161B79F87}"/>
              </a:ext>
            </a:extLst>
          </p:cNvPr>
          <p:cNvSpPr txBox="1"/>
          <p:nvPr/>
        </p:nvSpPr>
        <p:spPr>
          <a:xfrm>
            <a:off x="838200" y="2108200"/>
            <a:ext cx="56388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n-US" sz="1300">
                <a:solidFill>
                  <a:srgbClr val="34271B"/>
                </a:solidFill>
                <a:latin typeface="Consolas" panose="020B0609020204030204" pitchFamily="49" charset="0"/>
              </a:rPr>
              <a:t>{
  "provider": "yfinance",
  "instruments": [{"ticker": "AAPL"}],
  "interval": "1d",
  "period": "3mo",
  "required_fields": [
    "Open", "High", "Low",
    "Close", "Adj Close", "Volume"
  ]
}</a:t>
            </a:r>
            <a:endParaRPr lang="es-ES" sz="1300">
              <a:solidFill>
                <a:srgbClr val="34271B"/>
              </a:solidFill>
              <a:latin typeface="Consolas" panose="020B0609020204030204" pitchFamily="49" charset="0"/>
            </a:endParaRP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C84D17A-6BF0-E201-A34F-5C2CAEFA37D6}"/>
              </a:ext>
            </a:extLst>
          </p:cNvPr>
          <p:cNvSpPr/>
          <p:nvPr/>
        </p:nvSpPr>
        <p:spPr>
          <a:xfrm>
            <a:off x="7112000" y="1676400"/>
            <a:ext cx="3937000" cy="11684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QuÃ© hace este agente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Convierte la consulta en un contrato de datos formal y validable.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136FBA1-D261-8D4F-167D-5438AB8F2793}"/>
              </a:ext>
            </a:extLst>
          </p:cNvPr>
          <p:cNvSpPr/>
          <p:nvPr/>
        </p:nvSpPr>
        <p:spPr>
          <a:xfrm>
            <a:off x="7112000" y="3048000"/>
            <a:ext cx="3937000" cy="13716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Por quÃ© importa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Antes de analizar nada, fija ticker, proveedor, contexto temporal y campos necesarios.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D59C666D-11E7-A82A-3FEA-3AAE98EB2781}"/>
              </a:ext>
            </a:extLst>
          </p:cNvPr>
          <p:cNvSpPr txBox="1"/>
          <p:nvPr/>
        </p:nvSpPr>
        <p:spPr>
          <a:xfrm>
            <a:off x="762000" y="5207000"/>
            <a:ext cx="10312400" cy="400110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2000" b="1">
                <a:solidFill>
                  <a:srgbClr val="4D3217"/>
                </a:solidFill>
                <a:latin typeface="Aptos" panose="020B0004020202020204" pitchFamily="34" charset="0"/>
              </a:rPr>
              <a:t>La consulta deja de ser texto libre y pasa a ser una peticiÃ³n de datos estructurada.</a:t>
            </a:r>
          </a:p>
        </p:txBody>
      </p:sp>
    </p:spTree>
    <p:extLst>
      <p:ext uri="{BB962C8B-B14F-4D97-AF65-F5344CB8AC3E}">
        <p14:creationId xmlns:p14="http://schemas.microsoft.com/office/powerpoint/2010/main" val="3041982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CF7888F-0039-B2AD-B48C-D5BB1955F8C0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7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B6D2645E-5FBF-72C8-D037-A043ADA25B7B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>
                <a:solidFill>
                  <a:srgbClr val="4D3217"/>
                </a:solidFill>
                <a:latin typeface="Aptos Display" panose="020B0004020202020204" pitchFamily="34" charset="0"/>
              </a:rPr>
              <a:t>Ejemplo completo: Agente 3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77C19248-CD37-A3D1-CB99-0A838FCC5021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63C20BCB-2AD5-75FD-98EB-C7E658292769}"/>
              </a:ext>
            </a:extLst>
          </p:cNvPr>
          <p:cNvSpPr/>
          <p:nvPr/>
        </p:nvSpPr>
        <p:spPr>
          <a:xfrm>
            <a:off x="685800" y="1549400"/>
            <a:ext cx="6477000" cy="32766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865AEB4C-A709-201E-31DD-4E137527418D}"/>
              </a:ext>
            </a:extLst>
          </p:cNvPr>
          <p:cNvSpPr/>
          <p:nvPr/>
        </p:nvSpPr>
        <p:spPr>
          <a:xfrm>
            <a:off x="685800" y="1549400"/>
            <a:ext cx="6477000" cy="355600"/>
          </a:xfrm>
          <a:prstGeom prst="rect">
            <a:avLst/>
          </a:prstGeom>
          <a:solidFill>
            <a:srgbClr val="F5E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4D3217"/>
                </a:solidFill>
                <a:latin typeface="Aptos" panose="020B0004020202020204" pitchFamily="34" charset="0"/>
              </a:rPr>
              <a:t>  Fragmento representativo del Agente 3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517632A-70F5-B2F6-F3B3-509D1C56B66E}"/>
              </a:ext>
            </a:extLst>
          </p:cNvPr>
          <p:cNvSpPr txBox="1"/>
          <p:nvPr/>
        </p:nvSpPr>
        <p:spPr>
          <a:xfrm>
            <a:off x="838200" y="2032000"/>
            <a:ext cx="6172200" cy="269304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34271B"/>
                </a:solidFill>
                <a:latin typeface="Consolas" panose="020B0609020204030204" pitchFamily="49" charset="0"/>
              </a:rPr>
              <a:t>payload = json.loads(Path(sys.argv[1]).read_text())
tickers = payload.get("tickers", [])
csv_paths = payload.get("csv_paths", [])
close = load_close_prices(csv_paths, tickers)
data = load_market_data(csv_paths, tickers)
ret_3mo = (close_series.iloc[-1] - close_series.iloc[0]) / close_series.iloc[0]
vol_3mo = close_series.pct_change().std()
output = {"metrics": metrics, "summary": summary, "limitations": limitations}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A6FCCFAD-32C2-8A9C-8EB2-DDD285BD9892}"/>
              </a:ext>
            </a:extLst>
          </p:cNvPr>
          <p:cNvSpPr/>
          <p:nvPr/>
        </p:nvSpPr>
        <p:spPr>
          <a:xfrm>
            <a:off x="7569200" y="1625600"/>
            <a:ext cx="3429000" cy="11176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QuÃ© se ve aquÃ­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El plan analÃ­tico se convierte en un script Python ejecutable.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039271ED-39E8-243F-AB67-13EE53E50471}"/>
              </a:ext>
            </a:extLst>
          </p:cNvPr>
          <p:cNvSpPr/>
          <p:nvPr/>
        </p:nvSpPr>
        <p:spPr>
          <a:xfrm>
            <a:off x="7569200" y="2946400"/>
            <a:ext cx="3429000" cy="13970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Idea fuerte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La interpretaciÃ³n final no sale de una opiniÃ³n verbal, sino de cÃ¡lculos implementados y verificables.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6F3A640E-0CAB-5244-0905-D37192C7E7C9}"/>
              </a:ext>
            </a:extLst>
          </p:cNvPr>
          <p:cNvSpPr txBox="1"/>
          <p:nvPr/>
        </p:nvSpPr>
        <p:spPr>
          <a:xfrm>
            <a:off x="736600" y="5207000"/>
            <a:ext cx="10261600" cy="707886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2000" b="1">
                <a:solidFill>
                  <a:srgbClr val="4D3217"/>
                </a:solidFill>
                <a:latin typeface="Aptos" panose="020B0004020202020204" pitchFamily="34" charset="0"/>
              </a:rPr>
              <a:t>AquÃ­ el sistema ya no estÃ¡ describiendo el anÃ¡lisis: lo estÃ¡ materializando en cÃ³digo.</a:t>
            </a:r>
          </a:p>
        </p:txBody>
      </p:sp>
    </p:spTree>
    <p:extLst>
      <p:ext uri="{BB962C8B-B14F-4D97-AF65-F5344CB8AC3E}">
        <p14:creationId xmlns:p14="http://schemas.microsoft.com/office/powerpoint/2010/main" val="32890430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C8EF54DB-F369-9702-B122-A6F259BD8C79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8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1AD95168-C747-C964-96F8-91728A38D88B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>
                <a:solidFill>
                  <a:srgbClr val="4D3217"/>
                </a:solidFill>
                <a:latin typeface="Aptos Display" panose="020B0004020202020204" pitchFamily="34" charset="0"/>
              </a:rPr>
              <a:t>Ejemplo completo: Agente 5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4AFCA75-0F4F-565E-3D90-28FD328BC893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9795906-961F-F2E1-4166-3CF05162B35D}"/>
              </a:ext>
            </a:extLst>
          </p:cNvPr>
          <p:cNvSpPr/>
          <p:nvPr/>
        </p:nvSpPr>
        <p:spPr>
          <a:xfrm>
            <a:off x="685800" y="1549400"/>
            <a:ext cx="6197600" cy="3302000"/>
          </a:xfrm>
          <a:prstGeom prst="roundRect">
            <a:avLst/>
          </a:prstGeom>
          <a:solidFill>
            <a:srgbClr val="FAF7F5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15E8B16F-C5C2-D1A7-9576-6D2B44481068}"/>
              </a:ext>
            </a:extLst>
          </p:cNvPr>
          <p:cNvSpPr/>
          <p:nvPr/>
        </p:nvSpPr>
        <p:spPr>
          <a:xfrm>
            <a:off x="685800" y="1549400"/>
            <a:ext cx="6197600" cy="355600"/>
          </a:xfrm>
          <a:prstGeom prst="rect">
            <a:avLst/>
          </a:prstGeom>
          <a:solidFill>
            <a:srgbClr val="F5EEE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200" b="1">
                <a:solidFill>
                  <a:srgbClr val="4D3217"/>
                </a:solidFill>
                <a:latin typeface="Aptos" panose="020B0004020202020204" pitchFamily="34" charset="0"/>
              </a:rPr>
              <a:t>  Respuesta final del Agente 5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3B2726-14DD-8399-57FA-0749447703EB}"/>
              </a:ext>
            </a:extLst>
          </p:cNvPr>
          <p:cNvSpPr txBox="1"/>
          <p:nvPr/>
        </p:nvSpPr>
        <p:spPr>
          <a:xfrm>
            <a:off x="838200" y="2032000"/>
            <a:ext cx="5892800" cy="209288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300">
                <a:solidFill>
                  <a:srgbClr val="34271B"/>
                </a:solidFill>
                <a:latin typeface="Consolas" panose="020B0609020204030204" pitchFamily="49" charset="0"/>
              </a:rPr>
              <a:t>AnÃ¡lisis de AAPL (Ãºltimos 3 meses)
- Precio de cierre promedio: 278.00
- MÃ¡ximo: 315.20
- MÃ­nimo: 246.63
- Retorno total: 16.40 %
- Volatilidad diaria: 1.45 %
- Drawdown mÃ¡ximo: -7.82 %
Conclusiones y limitaciones...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5E588E6-5336-D5D4-4DD7-45228E0DA0A2}"/>
              </a:ext>
            </a:extLst>
          </p:cNvPr>
          <p:cNvSpPr/>
          <p:nvPr/>
        </p:nvSpPr>
        <p:spPr>
          <a:xfrm>
            <a:off x="7366000" y="1676400"/>
            <a:ext cx="3708400" cy="13208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QuÃ© recibe el usuario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MÃ©tricas principales, interpretaciÃ³n del periodo y limitaciones del anÃ¡lisis.</a:t>
            </a:r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C46FD360-F426-F04A-5082-82E274A28974}"/>
              </a:ext>
            </a:extLst>
          </p:cNvPr>
          <p:cNvSpPr/>
          <p:nvPr/>
        </p:nvSpPr>
        <p:spPr>
          <a:xfrm>
            <a:off x="7366000" y="3200400"/>
            <a:ext cx="3708400" cy="14224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QuÃ© demuestra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La respuesta visible es la Ãºltima capa de un proceso previo de datos, plan, cÃ³digo y validaciÃ³n.</a:t>
            </a:r>
          </a:p>
        </p:txBody>
      </p:sp>
      <p:sp>
        <p:nvSpPr>
          <p:cNvPr id="10" name="CuadroTexto 9">
            <a:extLst>
              <a:ext uri="{FF2B5EF4-FFF2-40B4-BE49-F238E27FC236}">
                <a16:creationId xmlns:a16="http://schemas.microsoft.com/office/drawing/2014/main" id="{5B4698A2-DC02-80D3-9F6D-381997CF8478}"/>
              </a:ext>
            </a:extLst>
          </p:cNvPr>
          <p:cNvSpPr txBox="1"/>
          <p:nvPr/>
        </p:nvSpPr>
        <p:spPr>
          <a:xfrm>
            <a:off x="762000" y="5232400"/>
            <a:ext cx="10312400" cy="67710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900" b="1">
                <a:solidFill>
                  <a:srgbClr val="4D3217"/>
                </a:solidFill>
                <a:latin typeface="Aptos" panose="020B0004020202020204" pitchFamily="34" charset="0"/>
              </a:rPr>
              <a:t>El valor del flujo es que ayuda a explicar mejor lo que muestran los datos, no solo a devolver una salida aparente.</a:t>
            </a:r>
          </a:p>
        </p:txBody>
      </p:sp>
    </p:spTree>
    <p:extLst>
      <p:ext uri="{BB962C8B-B14F-4D97-AF65-F5344CB8AC3E}">
        <p14:creationId xmlns:p14="http://schemas.microsoft.com/office/powerpoint/2010/main" val="140289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5DD18BC-2787-FC11-E749-19EF28DAF29A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9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0A70555-2D95-03CA-9F61-C90BA9CB4F93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 dirty="0">
                <a:solidFill>
                  <a:srgbClr val="4D3217"/>
                </a:solidFill>
                <a:latin typeface="Aptos Display" panose="020B0004020202020204" pitchFamily="34" charset="0"/>
              </a:rPr>
              <a:t>Manera de evaluar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5F9E3C0-44AA-E935-8142-A70CA48DC000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4E7E6EAC-9D5C-FB1B-156E-01B228BEC356}"/>
              </a:ext>
            </a:extLst>
          </p:cNvPr>
          <p:cNvSpPr/>
          <p:nvPr/>
        </p:nvSpPr>
        <p:spPr>
          <a:xfrm>
            <a:off x="736600" y="1676400"/>
            <a:ext cx="3175000" cy="13208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Batería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50 consultas financieras con tres niveles de complejidad: A, B y C.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3D46D4D0-480F-7488-C57D-EB58CED2542B}"/>
              </a:ext>
            </a:extLst>
          </p:cNvPr>
          <p:cNvSpPr/>
          <p:nvPr/>
        </p:nvSpPr>
        <p:spPr>
          <a:xfrm>
            <a:off x="4292600" y="1676400"/>
            <a:ext cx="3175000" cy="13208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Unidad de análisis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La consulta completa de extremo a extremo, no una fase aislada.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A22E4B9-80A2-588E-8B8E-C98905C2637E}"/>
              </a:ext>
            </a:extLst>
          </p:cNvPr>
          <p:cNvSpPr/>
          <p:nvPr/>
        </p:nvSpPr>
        <p:spPr>
          <a:xfrm>
            <a:off x="7848600" y="1676400"/>
            <a:ext cx="3175000" cy="13208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Criterio de éxito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El caso debe completarse y producir una respuesta final utilizable.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C9E7D7CA-A68E-D5D0-D33C-AC4456182463}"/>
              </a:ext>
            </a:extLst>
          </p:cNvPr>
          <p:cNvSpPr/>
          <p:nvPr/>
        </p:nvSpPr>
        <p:spPr>
          <a:xfrm>
            <a:off x="736600" y="3454400"/>
            <a:ext cx="10287000" cy="1397000"/>
          </a:xfrm>
          <a:prstGeom prst="roundRect">
            <a:avLst/>
          </a:prstGeom>
          <a:solidFill>
            <a:srgbClr val="FBF7F4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Revisión cualitativa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Los casos completados se puntúan por adecuación, cobertura, coherencia, claridad y prudencia.</a:t>
            </a:r>
          </a:p>
        </p:txBody>
      </p:sp>
      <p:sp>
        <p:nvSpPr>
          <p:cNvPr id="9" name="CuadroTexto 8">
            <a:extLst>
              <a:ext uri="{FF2B5EF4-FFF2-40B4-BE49-F238E27FC236}">
                <a16:creationId xmlns:a16="http://schemas.microsoft.com/office/drawing/2014/main" id="{9487FA0D-3936-F8FF-3166-0B97ADFB796B}"/>
              </a:ext>
            </a:extLst>
          </p:cNvPr>
          <p:cNvSpPr txBox="1"/>
          <p:nvPr/>
        </p:nvSpPr>
        <p:spPr>
          <a:xfrm>
            <a:off x="1339850" y="5308600"/>
            <a:ext cx="9080500" cy="38472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900" b="1" dirty="0">
                <a:solidFill>
                  <a:srgbClr val="4D3217"/>
                </a:solidFill>
                <a:latin typeface="Aptos" panose="020B0004020202020204" pitchFamily="34" charset="0"/>
              </a:rPr>
              <a:t>La evaluación distingue entre completitud técnica y calidad final de la respuesta.</a:t>
            </a:r>
          </a:p>
        </p:txBody>
      </p:sp>
    </p:spTree>
    <p:extLst>
      <p:ext uri="{BB962C8B-B14F-4D97-AF65-F5344CB8AC3E}">
        <p14:creationId xmlns:p14="http://schemas.microsoft.com/office/powerpoint/2010/main" val="15495004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BAD14E60-53F1-32C6-644A-ED4531BC69EF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10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3A29CC6B-CC3D-E844-8F9F-7B0B3C1CBF5C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>
                <a:solidFill>
                  <a:srgbClr val="4D3217"/>
                </a:solidFill>
                <a:latin typeface="Aptos Display" panose="020B0004020202020204" pitchFamily="34" charset="0"/>
              </a:rPr>
              <a:t>Resultados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02C47EA1-5E58-B49B-2078-39D4E1C8A2AD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925F478-28C2-7DB5-CEE8-E690B893E3A0}"/>
              </a:ext>
            </a:extLst>
          </p:cNvPr>
          <p:cNvSpPr/>
          <p:nvPr/>
        </p:nvSpPr>
        <p:spPr>
          <a:xfrm>
            <a:off x="736600" y="1600200"/>
            <a:ext cx="2286000" cy="10414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27/50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Casos completados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7C27FDB1-82B1-2855-14C7-B1B55C8D9C6A}"/>
              </a:ext>
            </a:extLst>
          </p:cNvPr>
          <p:cNvSpPr/>
          <p:nvPr/>
        </p:nvSpPr>
        <p:spPr>
          <a:xfrm>
            <a:off x="3276600" y="1600200"/>
            <a:ext cx="2286000" cy="10414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54%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Completitud global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C1B1DEEC-17CD-0040-6F3C-98DE80239F17}"/>
              </a:ext>
            </a:extLst>
          </p:cNvPr>
          <p:cNvSpPr/>
          <p:nvPr/>
        </p:nvSpPr>
        <p:spPr>
          <a:xfrm>
            <a:off x="5816600" y="1600200"/>
            <a:ext cx="2921000" cy="10414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Lectura clave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La tasa cae al aumentar la complejidad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82AC0B81-7413-62A7-2C1B-68ADBCE36FF1}"/>
              </a:ext>
            </a:extLst>
          </p:cNvPr>
          <p:cNvSpPr/>
          <p:nvPr/>
        </p:nvSpPr>
        <p:spPr>
          <a:xfrm>
            <a:off x="8991600" y="1600200"/>
            <a:ext cx="2032000" cy="1041400"/>
          </a:xfrm>
          <a:prstGeom prst="roundRect">
            <a:avLst/>
          </a:prstGeom>
          <a:solidFill>
            <a:srgbClr val="FBECF3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Matiz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Cuando completa, la calidad final suele ser buena</a:t>
            </a: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8939F69B-1B8E-3FCF-3B93-7328FEEBF983}"/>
              </a:ext>
            </a:extLst>
          </p:cNvPr>
          <p:cNvSpPr/>
          <p:nvPr/>
        </p:nvSpPr>
        <p:spPr>
          <a:xfrm>
            <a:off x="1651000" y="3263900"/>
            <a:ext cx="1143000" cy="1371600"/>
          </a:xfrm>
          <a:prstGeom prst="rect">
            <a:avLst/>
          </a:prstGeom>
          <a:solidFill>
            <a:srgbClr val="D0A67A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>
            <a:extLst>
              <a:ext uri="{FF2B5EF4-FFF2-40B4-BE49-F238E27FC236}">
                <a16:creationId xmlns:a16="http://schemas.microsoft.com/office/drawing/2014/main" id="{70BC2886-1000-521F-E58B-33B82D3CCD17}"/>
              </a:ext>
            </a:extLst>
          </p:cNvPr>
          <p:cNvSpPr/>
          <p:nvPr/>
        </p:nvSpPr>
        <p:spPr>
          <a:xfrm>
            <a:off x="3429000" y="3606800"/>
            <a:ext cx="1143000" cy="1028700"/>
          </a:xfrm>
          <a:prstGeom prst="rect">
            <a:avLst/>
          </a:prstGeom>
          <a:solidFill>
            <a:srgbClr val="9AC17E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948CA4CE-3C88-65DE-48F7-EB95A44AA208}"/>
              </a:ext>
            </a:extLst>
          </p:cNvPr>
          <p:cNvSpPr/>
          <p:nvPr/>
        </p:nvSpPr>
        <p:spPr>
          <a:xfrm>
            <a:off x="5207000" y="4038600"/>
            <a:ext cx="1143000" cy="596900"/>
          </a:xfrm>
          <a:prstGeom prst="rect">
            <a:avLst/>
          </a:prstGeom>
          <a:solidFill>
            <a:srgbClr val="5CB4D8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CuadroTexto 11">
            <a:extLst>
              <a:ext uri="{FF2B5EF4-FFF2-40B4-BE49-F238E27FC236}">
                <a16:creationId xmlns:a16="http://schemas.microsoft.com/office/drawing/2014/main" id="{FF5791BC-F240-9007-718E-854A3195787A}"/>
              </a:ext>
            </a:extLst>
          </p:cNvPr>
          <p:cNvSpPr txBox="1"/>
          <p:nvPr/>
        </p:nvSpPr>
        <p:spPr>
          <a:xfrm>
            <a:off x="1955800" y="2959100"/>
            <a:ext cx="50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500" b="1">
                <a:solidFill>
                  <a:srgbClr val="4D3217"/>
                </a:solidFill>
                <a:latin typeface="Aptos" panose="020B0004020202020204" pitchFamily="34" charset="0"/>
              </a:rPr>
              <a:t>80%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3E240527-D012-A485-1CB2-BBD5D45C33F4}"/>
              </a:ext>
            </a:extLst>
          </p:cNvPr>
          <p:cNvSpPr txBox="1"/>
          <p:nvPr/>
        </p:nvSpPr>
        <p:spPr>
          <a:xfrm>
            <a:off x="3733800" y="3302000"/>
            <a:ext cx="50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500" b="1">
                <a:solidFill>
                  <a:srgbClr val="4D3217"/>
                </a:solidFill>
                <a:latin typeface="Aptos" panose="020B0004020202020204" pitchFamily="34" charset="0"/>
              </a:rPr>
              <a:t>60%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DB56EFAA-F181-E00A-EF5B-02EE78C58CA7}"/>
              </a:ext>
            </a:extLst>
          </p:cNvPr>
          <p:cNvSpPr txBox="1"/>
          <p:nvPr/>
        </p:nvSpPr>
        <p:spPr>
          <a:xfrm>
            <a:off x="5511800" y="3733800"/>
            <a:ext cx="508000" cy="553998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500" b="1">
                <a:solidFill>
                  <a:srgbClr val="4D3217"/>
                </a:solidFill>
                <a:latin typeface="Aptos" panose="020B0004020202020204" pitchFamily="34" charset="0"/>
              </a:rPr>
              <a:t>35%</a:t>
            </a:r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B8C3265F-DB58-B636-B6A5-C746E8F000B8}"/>
              </a:ext>
            </a:extLst>
          </p:cNvPr>
          <p:cNvSpPr txBox="1"/>
          <p:nvPr/>
        </p:nvSpPr>
        <p:spPr>
          <a:xfrm>
            <a:off x="2095500" y="4749800"/>
            <a:ext cx="25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 b="1">
                <a:solidFill>
                  <a:srgbClr val="4D3217"/>
                </a:solidFill>
                <a:latin typeface="Aptos" panose="020B0004020202020204" pitchFamily="34" charset="0"/>
              </a:rPr>
              <a:t>A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8352B4B8-CE4B-A548-E376-088264C07C5E}"/>
              </a:ext>
            </a:extLst>
          </p:cNvPr>
          <p:cNvSpPr txBox="1"/>
          <p:nvPr/>
        </p:nvSpPr>
        <p:spPr>
          <a:xfrm>
            <a:off x="3873500" y="4749800"/>
            <a:ext cx="25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 b="1">
                <a:solidFill>
                  <a:srgbClr val="4D3217"/>
                </a:solidFill>
                <a:latin typeface="Aptos" panose="020B0004020202020204" pitchFamily="34" charset="0"/>
              </a:rPr>
              <a:t>B</a:t>
            </a:r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BEB0D82F-D378-FB99-4F6C-AD95191157B1}"/>
              </a:ext>
            </a:extLst>
          </p:cNvPr>
          <p:cNvSpPr txBox="1"/>
          <p:nvPr/>
        </p:nvSpPr>
        <p:spPr>
          <a:xfrm>
            <a:off x="5651500" y="4749800"/>
            <a:ext cx="254000" cy="338554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600" b="1">
                <a:solidFill>
                  <a:srgbClr val="4D3217"/>
                </a:solidFill>
                <a:latin typeface="Aptos" panose="020B0004020202020204" pitchFamily="34" charset="0"/>
              </a:rPr>
              <a:t>C</a:t>
            </a:r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627AFAB3-C6AF-9C3A-864F-4BEE935E2933}"/>
              </a:ext>
            </a:extLst>
          </p:cNvPr>
          <p:cNvSpPr txBox="1"/>
          <p:nvPr/>
        </p:nvSpPr>
        <p:spPr>
          <a:xfrm>
            <a:off x="2944812" y="5088354"/>
            <a:ext cx="2085975" cy="323165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1500" dirty="0">
                <a:solidFill>
                  <a:srgbClr val="7E6B5A"/>
                </a:solidFill>
                <a:latin typeface="Aptos" panose="020B0004020202020204" pitchFamily="34" charset="0"/>
              </a:rPr>
              <a:t>Completitud por nivel</a:t>
            </a: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F7F10A4E-ADED-4C5D-3E3F-1A907A23D71B}"/>
              </a:ext>
            </a:extLst>
          </p:cNvPr>
          <p:cNvSpPr txBox="1"/>
          <p:nvPr/>
        </p:nvSpPr>
        <p:spPr>
          <a:xfrm>
            <a:off x="6934200" y="3687633"/>
            <a:ext cx="4572000" cy="120032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dirty="0">
                <a:solidFill>
                  <a:srgbClr val="2B2B2B"/>
                </a:solidFill>
                <a:latin typeface="Aptos" panose="020B0004020202020204" pitchFamily="34" charset="0"/>
              </a:rPr>
              <a:t>La dificultad creciente tensiona sobre todo las fases previas del </a:t>
            </a:r>
            <a:r>
              <a:rPr lang="es-ES" dirty="0" err="1">
                <a:solidFill>
                  <a:srgbClr val="2B2B2B"/>
                </a:solidFill>
                <a:latin typeface="Aptos" panose="020B0004020202020204" pitchFamily="34" charset="0"/>
              </a:rPr>
              <a:t>workflow</a:t>
            </a:r>
            <a:r>
              <a:rPr lang="es-ES" dirty="0">
                <a:solidFill>
                  <a:srgbClr val="2B2B2B"/>
                </a:solidFill>
                <a:latin typeface="Aptos" panose="020B0004020202020204" pitchFamily="34" charset="0"/>
              </a:rPr>
              <a:t>: resolución de datos, validación del análisis y estabilidad de ejecución.</a:t>
            </a:r>
          </a:p>
        </p:txBody>
      </p:sp>
    </p:spTree>
    <p:extLst>
      <p:ext uri="{BB962C8B-B14F-4D97-AF65-F5344CB8AC3E}">
        <p14:creationId xmlns:p14="http://schemas.microsoft.com/office/powerpoint/2010/main" val="356268272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F78606C-9CDA-41E6-E5C7-B85F97E3326A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11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40388FA8-1394-EE7B-B05D-D3EA00BD57ED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>
                <a:solidFill>
                  <a:srgbClr val="4D3217"/>
                </a:solidFill>
                <a:latin typeface="Aptos Display" panose="020B0004020202020204" pitchFamily="34" charset="0"/>
              </a:rPr>
              <a:t>Limitaciones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2FCDEFEF-7E00-37BF-3E3C-602A4CA228FF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01128C42-CFBC-C496-6E21-B32687F7CC05}"/>
              </a:ext>
            </a:extLst>
          </p:cNvPr>
          <p:cNvSpPr/>
          <p:nvPr/>
        </p:nvSpPr>
        <p:spPr>
          <a:xfrm>
            <a:off x="736600" y="1778000"/>
            <a:ext cx="4826000" cy="14478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Modelo y configuración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La evaluación se realiza con una única configuración general del sistema y un único modelo.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4B40A6A-3D7B-7A4F-28FC-193AEE6F4D57}"/>
              </a:ext>
            </a:extLst>
          </p:cNvPr>
          <p:cNvSpPr/>
          <p:nvPr/>
        </p:nvSpPr>
        <p:spPr>
          <a:xfrm>
            <a:off x="5994400" y="1778000"/>
            <a:ext cx="4826000" cy="14478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Dependencia de datos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El flujo depende de un proveedor concreto de datos históricos.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255109A3-7546-23FE-1567-08CC8BB3225D}"/>
              </a:ext>
            </a:extLst>
          </p:cNvPr>
          <p:cNvSpPr/>
          <p:nvPr/>
        </p:nvSpPr>
        <p:spPr>
          <a:xfrm>
            <a:off x="736600" y="3632200"/>
            <a:ext cx="4826000" cy="14478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Revisión humana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La calidad final de los casos completados se apoya en revisión manual del autor.</a:t>
            </a:r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7F77D382-EB54-E4F2-634B-0B83C1380D9A}"/>
              </a:ext>
            </a:extLst>
          </p:cNvPr>
          <p:cNvSpPr/>
          <p:nvPr/>
        </p:nvSpPr>
        <p:spPr>
          <a:xfrm>
            <a:off x="5994400" y="3632200"/>
            <a:ext cx="4826000" cy="1447800"/>
          </a:xfrm>
          <a:prstGeom prst="roundRect">
            <a:avLst/>
          </a:prstGeom>
          <a:solidFill>
            <a:srgbClr val="FBECF3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Alcance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El trabajo se limita al análisis histórico. No estudia predicción, asesoramiento ni factores externos.</a:t>
            </a:r>
          </a:p>
        </p:txBody>
      </p:sp>
    </p:spTree>
    <p:extLst>
      <p:ext uri="{BB962C8B-B14F-4D97-AF65-F5344CB8AC3E}">
        <p14:creationId xmlns:p14="http://schemas.microsoft.com/office/powerpoint/2010/main" val="35463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1D2E43F-85A0-A63E-0BDD-355AC24B1653}"/>
              </a:ext>
            </a:extLst>
          </p:cNvPr>
          <p:cNvSpPr txBox="1"/>
          <p:nvPr/>
        </p:nvSpPr>
        <p:spPr>
          <a:xfrm>
            <a:off x="584200" y="228600"/>
            <a:ext cx="1397000" cy="246221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1000" b="1">
                <a:solidFill>
                  <a:srgbClr val="004B7A"/>
                </a:solidFill>
                <a:latin typeface="Aptos" panose="020B0004020202020204" pitchFamily="34" charset="0"/>
              </a:rPr>
              <a:t>12</a:t>
            </a:r>
          </a:p>
        </p:txBody>
      </p:sp>
      <p:sp>
        <p:nvSpPr>
          <p:cNvPr id="3" name="CuadroTexto 2">
            <a:extLst>
              <a:ext uri="{FF2B5EF4-FFF2-40B4-BE49-F238E27FC236}">
                <a16:creationId xmlns:a16="http://schemas.microsoft.com/office/drawing/2014/main" id="{D2766DF9-E41A-1B36-E2BF-2E0B339B2898}"/>
              </a:ext>
            </a:extLst>
          </p:cNvPr>
          <p:cNvSpPr txBox="1"/>
          <p:nvPr/>
        </p:nvSpPr>
        <p:spPr>
          <a:xfrm>
            <a:off x="584200" y="431800"/>
            <a:ext cx="10922000" cy="523220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s-ES" sz="2800" b="1">
                <a:solidFill>
                  <a:srgbClr val="4D3217"/>
                </a:solidFill>
                <a:latin typeface="Aptos Display" panose="020B0004020202020204" pitchFamily="34" charset="0"/>
              </a:rPr>
              <a:t>Conclusiones</a:t>
            </a: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CE5BB80D-44F6-0683-8809-8F8EAB7381E0}"/>
              </a:ext>
            </a:extLst>
          </p:cNvPr>
          <p:cNvSpPr/>
          <p:nvPr/>
        </p:nvSpPr>
        <p:spPr>
          <a:xfrm>
            <a:off x="584200" y="1041400"/>
            <a:ext cx="1625600" cy="76200"/>
          </a:xfrm>
          <a:prstGeom prst="rect">
            <a:avLst/>
          </a:prstGeom>
          <a:solidFill>
            <a:srgbClr val="2A9BD3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5" name="Rectángulo: esquinas redondeadas 4">
            <a:extLst>
              <a:ext uri="{FF2B5EF4-FFF2-40B4-BE49-F238E27FC236}">
                <a16:creationId xmlns:a16="http://schemas.microsoft.com/office/drawing/2014/main" id="{E6586403-84E3-F935-EBF8-4FE36CCFE980}"/>
              </a:ext>
            </a:extLst>
          </p:cNvPr>
          <p:cNvSpPr/>
          <p:nvPr/>
        </p:nvSpPr>
        <p:spPr>
          <a:xfrm>
            <a:off x="736600" y="1879600"/>
            <a:ext cx="3175000" cy="1549400"/>
          </a:xfrm>
          <a:prstGeom prst="roundRect">
            <a:avLst/>
          </a:prstGeom>
          <a:solidFill>
            <a:srgbClr val="FAF4EE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Aportación principal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Una arquitectura </a:t>
            </a:r>
            <a:r>
              <a:rPr lang="es-ES" sz="1500" dirty="0" err="1">
                <a:solidFill>
                  <a:srgbClr val="2B2B2B"/>
                </a:solidFill>
                <a:latin typeface="Aptos" panose="020B0004020202020204" pitchFamily="34" charset="0"/>
              </a:rPr>
              <a:t>multiagente</a:t>
            </a:r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 más trazable, explicable y controlada que una respuesta generativa directa.</a:t>
            </a:r>
          </a:p>
        </p:txBody>
      </p:sp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45F4D92A-D377-A9F3-C638-C656EBB90A87}"/>
              </a:ext>
            </a:extLst>
          </p:cNvPr>
          <p:cNvSpPr/>
          <p:nvPr/>
        </p:nvSpPr>
        <p:spPr>
          <a:xfrm>
            <a:off x="4292600" y="1879600"/>
            <a:ext cx="3175000" cy="1549400"/>
          </a:xfrm>
          <a:prstGeom prst="roundRect">
            <a:avLst/>
          </a:prstGeom>
          <a:solidFill>
            <a:srgbClr val="F1F6EF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>
                <a:solidFill>
                  <a:srgbClr val="4D3217"/>
                </a:solidFill>
                <a:latin typeface="Aptos Display" panose="020B0004020202020204" pitchFamily="34" charset="0"/>
              </a:rPr>
              <a:t>Lectura de resultados</a:t>
            </a:r>
          </a:p>
          <a:p>
            <a:pPr algn="ctr"/>
            <a:r>
              <a:rPr lang="es-ES" sz="1500">
                <a:solidFill>
                  <a:srgbClr val="2B2B2B"/>
                </a:solidFill>
                <a:latin typeface="Aptos" panose="020B0004020202020204" pitchFamily="34" charset="0"/>
              </a:rPr>
              <a:t>Cuando el sistema completa un caso, la calidad final suele ser razonable.</a:t>
            </a:r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FFA3FE7-8DB6-681C-895D-BC35407C06B6}"/>
              </a:ext>
            </a:extLst>
          </p:cNvPr>
          <p:cNvSpPr/>
          <p:nvPr/>
        </p:nvSpPr>
        <p:spPr>
          <a:xfrm>
            <a:off x="7848600" y="1879600"/>
            <a:ext cx="3175000" cy="1549400"/>
          </a:xfrm>
          <a:prstGeom prst="roundRect">
            <a:avLst/>
          </a:prstGeom>
          <a:solidFill>
            <a:srgbClr val="E2F1FB"/>
          </a:solidFill>
          <a:ln w="12700">
            <a:solidFill>
              <a:srgbClr val="DDD3C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152400" tIns="127000" rIns="152400" bIns="127000" rtlCol="0" anchor="ctr"/>
          <a:lstStyle/>
          <a:p>
            <a:pPr algn="ctr"/>
            <a:r>
              <a:rPr lang="es-ES" sz="1700" b="1" dirty="0">
                <a:solidFill>
                  <a:srgbClr val="4D3217"/>
                </a:solidFill>
                <a:latin typeface="Aptos Display" panose="020B0004020202020204" pitchFamily="34" charset="0"/>
              </a:rPr>
              <a:t>Valor final</a:t>
            </a:r>
          </a:p>
          <a:p>
            <a:pPr algn="ctr"/>
            <a:r>
              <a:rPr lang="es-ES" sz="1500" dirty="0">
                <a:solidFill>
                  <a:srgbClr val="2B2B2B"/>
                </a:solidFill>
                <a:latin typeface="Aptos" panose="020B0004020202020204" pitchFamily="34" charset="0"/>
              </a:rPr>
              <a:t>Ayudar a interpretar mejores datos históricos de bolsa de una forma metodológicamente defendible.</a:t>
            </a: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DBF00B0F-41F7-CDD7-6367-B4682D8C46EC}"/>
              </a:ext>
            </a:extLst>
          </p:cNvPr>
          <p:cNvSpPr txBox="1"/>
          <p:nvPr/>
        </p:nvSpPr>
        <p:spPr>
          <a:xfrm>
            <a:off x="1066800" y="4318000"/>
            <a:ext cx="9652000" cy="769441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r>
              <a:rPr lang="es-ES" sz="2200" b="1" dirty="0">
                <a:solidFill>
                  <a:srgbClr val="4D3217"/>
                </a:solidFill>
                <a:latin typeface="Aptos" panose="020B0004020202020204" pitchFamily="34" charset="0"/>
              </a:rPr>
              <a:t>El valor del sistema no está solo en responder, sino en ayudar a explicar mejor lo que muestran los datos.</a:t>
            </a:r>
          </a:p>
        </p:txBody>
      </p:sp>
    </p:spTree>
    <p:extLst>
      <p:ext uri="{BB962C8B-B14F-4D97-AF65-F5344CB8AC3E}">
        <p14:creationId xmlns:p14="http://schemas.microsoft.com/office/powerpoint/2010/main" val="116123712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1459</Words>
  <Application>Microsoft Office PowerPoint</Application>
  <PresentationFormat>Panorámica</PresentationFormat>
  <Paragraphs>157</Paragraphs>
  <Slides>13</Slides>
  <Notes>13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8" baseType="lpstr">
      <vt:lpstr>Aptos</vt:lpstr>
      <vt:lpstr>Aptos Display</vt:lpstr>
      <vt:lpstr>Arial</vt:lpstr>
      <vt:lpstr>Consolas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NTT Data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Carlos Ruiz Oyarzun</dc:creator>
  <cp:lastModifiedBy>Carlos Ruiz Oyarzun</cp:lastModifiedBy>
  <cp:revision>1</cp:revision>
  <dcterms:created xsi:type="dcterms:W3CDTF">2026-06-25T09:39:02Z</dcterms:created>
  <dcterms:modified xsi:type="dcterms:W3CDTF">2026-06-25T10:35:56Z</dcterms:modified>
</cp:coreProperties>
</file>